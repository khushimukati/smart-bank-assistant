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300" r:id="rId5"/>
    <p:sldId id="308" r:id="rId6"/>
    <p:sldId id="309" r:id="rId7"/>
    <p:sldId id="310" r:id="rId8"/>
    <p:sldId id="311" r:id="rId9"/>
    <p:sldId id="312" r:id="rId10"/>
    <p:sldId id="313" r:id="rId11"/>
    <p:sldId id="314" r:id="rId12"/>
    <p:sldId id="315" r:id="rId13"/>
    <p:sldId id="316" r:id="rId14"/>
    <p:sldId id="320" r:id="rId15"/>
    <p:sldId id="321" r:id="rId16"/>
    <p:sldId id="317" r:id="rId17"/>
    <p:sldId id="319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2D969FF-0E26-416D-926C-4554304B667F}" v="412" dt="2026-03-08T17:41:57.749"/>
  </p1510:revLst>
</p1510:revInfo>
</file>

<file path=ppt/tableStyles.xml><?xml version="1.0" encoding="utf-8"?>
<a:tblStyleLst xmlns:a="http://schemas.openxmlformats.org/drawingml/2006/main" def="{16D9F66E-5EB9-4882-86FB-DCBF35E3C3E4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26" autoAdjust="0"/>
    <p:restoredTop sz="94672"/>
  </p:normalViewPr>
  <p:slideViewPr>
    <p:cSldViewPr snapToGrid="0">
      <p:cViewPr>
        <p:scale>
          <a:sx n="100" d="100"/>
          <a:sy n="100" d="100"/>
        </p:scale>
        <p:origin x="58" y="-1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8" d="100"/>
          <a:sy n="58" d="100"/>
        </p:scale>
        <p:origin x="3240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commentAuthors" Target="comment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Relationship Id="rId27" Type="http://schemas.microsoft.com/office/2018/10/relationships/authors" Target="author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3_3">
  <dgm:title val=""/>
  <dgm:desc val=""/>
  <dgm:catLst>
    <dgm:cat type="accent3" pri="11300"/>
  </dgm:catLst>
  <dgm:styleLbl name="node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shade val="80000"/>
      </a:schemeClr>
      <a:schemeClr val="accent3">
        <a:tint val="7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/>
    <dgm:txEffectClrLst/>
  </dgm:styleLbl>
  <dgm:styleLbl name="ln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9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8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4">
  <dgm:title val=""/>
  <dgm:desc val=""/>
  <dgm:catLst>
    <dgm:cat type="accent2" pri="11400"/>
  </dgm:catLst>
  <dgm:styleLbl name="node0">
    <dgm:fillClrLst meth="cycle">
      <a:schemeClr val="accent2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2">
        <a:shade val="50000"/>
      </a:schemeClr>
      <a:schemeClr val="accent2">
        <a:tint val="4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2">
        <a:shade val="50000"/>
      </a:schemeClr>
      <a:schemeClr val="accent2">
        <a:tint val="45000"/>
      </a:schemeClr>
    </dgm:fillClrLst>
    <dgm:linClrLst meth="cycle">
      <a:schemeClr val="accent2">
        <a:shade val="50000"/>
      </a:schemeClr>
      <a:schemeClr val="accent2">
        <a:tint val="45000"/>
      </a:schemeClr>
    </dgm:linClrLst>
    <dgm:effectClrLst/>
    <dgm:txLinClrLst/>
    <dgm:txFillClrLst/>
    <dgm:txEffectClrLst/>
  </dgm:styleLbl>
  <dgm:styleLbl name="lnNode1">
    <dgm:fillClrLst meth="cycle">
      <a:schemeClr val="accent2">
        <a:shade val="50000"/>
      </a:schemeClr>
      <a:schemeClr val="accent2">
        <a:tint val="4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2">
        <a:shade val="80000"/>
        <a:alpha val="50000"/>
      </a:schemeClr>
      <a:schemeClr val="accent2">
        <a:tint val="45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55000"/>
      </a:schemeClr>
    </dgm:fillClrLst>
    <dgm:linClrLst meth="repeat">
      <a:schemeClr val="accent2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55000"/>
      </a:schemeClr>
    </dgm:fillClrLst>
    <dgm:linClrLst meth="repeat">
      <a:schemeClr val="accent2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55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E90714D-BA29-43B9-8A2A-4C06AA7422F7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F9C9EEA-43CF-44B8-B5E0-38EE907BA84D}">
      <dgm:prSet phldr="0"/>
      <dgm:spPr/>
      <dgm:t>
        <a:bodyPr/>
        <a:lstStyle/>
        <a:p>
          <a:pPr algn="l" rtl="0"/>
          <a:r>
            <a:rPr lang="en-US" sz="3200" dirty="0">
              <a:solidFill>
                <a:schemeClr val="tx1"/>
              </a:solidFill>
              <a:latin typeface="Arial"/>
            </a:rPr>
            <a:t>•</a:t>
          </a:r>
          <a:r>
            <a:rPr lang="en-US" sz="3200" dirty="0">
              <a:solidFill>
                <a:schemeClr val="tx1"/>
              </a:solidFill>
              <a:latin typeface="Calibri"/>
              <a:ea typeface="Calibri"/>
              <a:cs typeface="Calibri"/>
            </a:rPr>
            <a:t>Step 1: Assistant asks for account number.</a:t>
          </a:r>
          <a:endParaRPr lang="en-US" dirty="0">
            <a:solidFill>
              <a:schemeClr val="tx1"/>
            </a:solidFill>
            <a:latin typeface="Arial"/>
          </a:endParaRPr>
        </a:p>
      </dgm:t>
    </dgm:pt>
    <dgm:pt modelId="{A79BFF72-9477-4DC9-A2AE-8EAFA8DA75F4}" type="parTrans" cxnId="{CFC0F548-EAC9-4EA7-9F24-3ABABA41E656}">
      <dgm:prSet/>
      <dgm:spPr/>
    </dgm:pt>
    <dgm:pt modelId="{C0FBA133-1886-478C-A3BC-E813EC83230A}" type="sibTrans" cxnId="{CFC0F548-EAC9-4EA7-9F24-3ABABA41E656}">
      <dgm:prSet/>
      <dgm:spPr/>
    </dgm:pt>
    <dgm:pt modelId="{5C52B850-5ED2-4109-80E3-675932F3FC51}">
      <dgm:prSet phldr="0"/>
      <dgm:spPr/>
      <dgm:t>
        <a:bodyPr/>
        <a:lstStyle/>
        <a:p>
          <a:pPr algn="l"/>
          <a:r>
            <a:rPr lang="en-US" sz="3200" dirty="0">
              <a:solidFill>
                <a:schemeClr val="tx1"/>
              </a:solidFill>
              <a:latin typeface="Arial"/>
            </a:rPr>
            <a:t>•</a:t>
          </a:r>
          <a:r>
            <a:rPr lang="en-US" sz="3200" dirty="0">
              <a:solidFill>
                <a:schemeClr val="tx1"/>
              </a:solidFill>
              <a:latin typeface="Calibri"/>
              <a:ea typeface="Calibri"/>
              <a:cs typeface="Calibri"/>
            </a:rPr>
            <a:t>Customer Response Type: Free Text</a:t>
          </a:r>
          <a:endParaRPr lang="en-US" dirty="0">
            <a:solidFill>
              <a:schemeClr val="tx1"/>
            </a:solidFill>
          </a:endParaRPr>
        </a:p>
      </dgm:t>
    </dgm:pt>
    <dgm:pt modelId="{CF74FD88-FB23-43C8-BC9C-49F52C3BE7CD}" type="parTrans" cxnId="{7F8298A8-201F-43CF-B765-61EDA8E26A66}">
      <dgm:prSet/>
      <dgm:spPr/>
    </dgm:pt>
    <dgm:pt modelId="{220B885E-66DB-4E61-BAE8-59F1BE0501C9}" type="sibTrans" cxnId="{7F8298A8-201F-43CF-B765-61EDA8E26A66}">
      <dgm:prSet/>
      <dgm:spPr/>
    </dgm:pt>
    <dgm:pt modelId="{D6859860-427D-482C-8C05-E4D8A6E61B9A}">
      <dgm:prSet phldr="0"/>
      <dgm:spPr/>
      <dgm:t>
        <a:bodyPr/>
        <a:lstStyle/>
        <a:p>
          <a:pPr algn="l"/>
          <a:r>
            <a:rPr lang="en-US" sz="3200" dirty="0">
              <a:solidFill>
                <a:schemeClr val="tx1"/>
              </a:solidFill>
              <a:latin typeface="Arial"/>
            </a:rPr>
            <a:t>•</a:t>
          </a:r>
          <a:r>
            <a:rPr lang="en-US" sz="3200" dirty="0">
              <a:solidFill>
                <a:schemeClr val="tx1"/>
              </a:solidFill>
              <a:latin typeface="Calibri"/>
              <a:ea typeface="Calibri"/>
              <a:cs typeface="Calibri"/>
            </a:rPr>
            <a:t>Variable: </a:t>
          </a:r>
          <a:r>
            <a:rPr lang="en-US" sz="3200" dirty="0" err="1">
              <a:solidFill>
                <a:schemeClr val="tx1"/>
              </a:solidFill>
              <a:latin typeface="Calibri"/>
              <a:ea typeface="Calibri"/>
              <a:cs typeface="Calibri"/>
            </a:rPr>
            <a:t>account_number</a:t>
          </a:r>
          <a:endParaRPr lang="en-US" dirty="0">
            <a:solidFill>
              <a:schemeClr val="tx1"/>
            </a:solidFill>
          </a:endParaRPr>
        </a:p>
      </dgm:t>
    </dgm:pt>
    <dgm:pt modelId="{ADB41E4C-948B-46AF-A6F8-9F24A262225B}" type="parTrans" cxnId="{584EC3DD-DC8C-4D40-8A45-03F2A5A2778B}">
      <dgm:prSet/>
      <dgm:spPr/>
    </dgm:pt>
    <dgm:pt modelId="{EE9D8D00-B184-4B2B-8BDA-57655FF17DFE}" type="sibTrans" cxnId="{584EC3DD-DC8C-4D40-8A45-03F2A5A2778B}">
      <dgm:prSet/>
      <dgm:spPr/>
    </dgm:pt>
    <dgm:pt modelId="{6D9F4964-B521-47BA-B0E6-6B8C1E1B3944}">
      <dgm:prSet phldr="0"/>
      <dgm:spPr/>
      <dgm:t>
        <a:bodyPr/>
        <a:lstStyle/>
        <a:p>
          <a:pPr algn="l"/>
          <a:r>
            <a:rPr lang="en-US" sz="3200" dirty="0">
              <a:solidFill>
                <a:schemeClr val="tx1"/>
              </a:solidFill>
              <a:latin typeface="Arial"/>
            </a:rPr>
            <a:t>•</a:t>
          </a:r>
          <a:r>
            <a:rPr lang="en-US" sz="3200" dirty="0">
              <a:solidFill>
                <a:schemeClr val="tx1"/>
              </a:solidFill>
              <a:latin typeface="Calibri"/>
              <a:ea typeface="Calibri"/>
              <a:cs typeface="Calibri"/>
            </a:rPr>
            <a:t>Privacy: Enabled</a:t>
          </a:r>
          <a:endParaRPr lang="en-US" dirty="0">
            <a:solidFill>
              <a:schemeClr val="tx1"/>
            </a:solidFill>
          </a:endParaRPr>
        </a:p>
      </dgm:t>
    </dgm:pt>
    <dgm:pt modelId="{C33B02C4-484A-43BB-A9CD-4D06419F605B}" type="parTrans" cxnId="{8EBA17CF-85AB-4037-A7DD-1C9A3C2BE771}">
      <dgm:prSet/>
      <dgm:spPr/>
    </dgm:pt>
    <dgm:pt modelId="{F18CFEB9-0E80-4104-BFE4-8C4D156157D0}" type="sibTrans" cxnId="{8EBA17CF-85AB-4037-A7DD-1C9A3C2BE771}">
      <dgm:prSet/>
      <dgm:spPr/>
    </dgm:pt>
    <dgm:pt modelId="{42FE4A6A-6F14-4977-9291-6780474E9602}">
      <dgm:prSet phldr="0"/>
      <dgm:spPr/>
      <dgm:t>
        <a:bodyPr/>
        <a:lstStyle/>
        <a:p>
          <a:pPr algn="l"/>
          <a:r>
            <a:rPr lang="en-US" sz="3200" dirty="0">
              <a:solidFill>
                <a:schemeClr val="tx1"/>
              </a:solidFill>
              <a:latin typeface="Arial"/>
            </a:rPr>
            <a:t>•</a:t>
          </a:r>
          <a:r>
            <a:rPr lang="en-US" sz="3200" dirty="0">
              <a:solidFill>
                <a:schemeClr val="tx1"/>
              </a:solidFill>
              <a:latin typeface="Calibri"/>
              <a:ea typeface="Calibri"/>
              <a:cs typeface="Calibri"/>
            </a:rPr>
            <a:t>Step 2: Assistant displays account balance.</a:t>
          </a:r>
          <a:endParaRPr lang="en-US" dirty="0">
            <a:solidFill>
              <a:schemeClr val="tx1"/>
            </a:solidFill>
          </a:endParaRPr>
        </a:p>
      </dgm:t>
    </dgm:pt>
    <dgm:pt modelId="{4BD8FAF0-6D44-431A-A8BA-8F7472848542}" type="parTrans" cxnId="{41D56868-0F5A-474A-AC94-F8662E55E8EF}">
      <dgm:prSet/>
      <dgm:spPr/>
    </dgm:pt>
    <dgm:pt modelId="{0B165688-1069-4AE1-A84E-12137BEC7B0B}" type="sibTrans" cxnId="{41D56868-0F5A-474A-AC94-F8662E55E8EF}">
      <dgm:prSet/>
      <dgm:spPr/>
    </dgm:pt>
    <dgm:pt modelId="{8857276C-828D-4078-AF7C-E7421462D40F}" type="pres">
      <dgm:prSet presAssocID="{7E90714D-BA29-43B9-8A2A-4C06AA7422F7}" presName="diagram" presStyleCnt="0">
        <dgm:presLayoutVars>
          <dgm:dir/>
          <dgm:resizeHandles val="exact"/>
        </dgm:presLayoutVars>
      </dgm:prSet>
      <dgm:spPr/>
    </dgm:pt>
    <dgm:pt modelId="{655B1736-9AC9-4F6E-9541-24383CE93665}" type="pres">
      <dgm:prSet presAssocID="{AF9C9EEA-43CF-44B8-B5E0-38EE907BA84D}" presName="node" presStyleLbl="node1" presStyleIdx="0" presStyleCnt="5">
        <dgm:presLayoutVars>
          <dgm:bulletEnabled val="1"/>
        </dgm:presLayoutVars>
      </dgm:prSet>
      <dgm:spPr/>
    </dgm:pt>
    <dgm:pt modelId="{48884E98-CC54-42BC-8056-A32DA6182D34}" type="pres">
      <dgm:prSet presAssocID="{C0FBA133-1886-478C-A3BC-E813EC83230A}" presName="sibTrans" presStyleCnt="0"/>
      <dgm:spPr/>
    </dgm:pt>
    <dgm:pt modelId="{3F44AC46-5837-40E4-AA88-EBBAEB569A04}" type="pres">
      <dgm:prSet presAssocID="{5C52B850-5ED2-4109-80E3-675932F3FC51}" presName="node" presStyleLbl="node1" presStyleIdx="1" presStyleCnt="5">
        <dgm:presLayoutVars>
          <dgm:bulletEnabled val="1"/>
        </dgm:presLayoutVars>
      </dgm:prSet>
      <dgm:spPr/>
    </dgm:pt>
    <dgm:pt modelId="{1C223295-56A0-48E6-A72A-FBFDCAC574AD}" type="pres">
      <dgm:prSet presAssocID="{220B885E-66DB-4E61-BAE8-59F1BE0501C9}" presName="sibTrans" presStyleCnt="0"/>
      <dgm:spPr/>
    </dgm:pt>
    <dgm:pt modelId="{F85BD758-EF35-497A-B70F-B1C0CFEFD1D1}" type="pres">
      <dgm:prSet presAssocID="{D6859860-427D-482C-8C05-E4D8A6E61B9A}" presName="node" presStyleLbl="node1" presStyleIdx="2" presStyleCnt="5">
        <dgm:presLayoutVars>
          <dgm:bulletEnabled val="1"/>
        </dgm:presLayoutVars>
      </dgm:prSet>
      <dgm:spPr/>
    </dgm:pt>
    <dgm:pt modelId="{C16506D9-F002-4DC0-BAE1-42854F941BFA}" type="pres">
      <dgm:prSet presAssocID="{EE9D8D00-B184-4B2B-8BDA-57655FF17DFE}" presName="sibTrans" presStyleCnt="0"/>
      <dgm:spPr/>
    </dgm:pt>
    <dgm:pt modelId="{93D671A5-C9A8-42AF-8A34-49F6B98AAB5F}" type="pres">
      <dgm:prSet presAssocID="{6D9F4964-B521-47BA-B0E6-6B8C1E1B3944}" presName="node" presStyleLbl="node1" presStyleIdx="3" presStyleCnt="5">
        <dgm:presLayoutVars>
          <dgm:bulletEnabled val="1"/>
        </dgm:presLayoutVars>
      </dgm:prSet>
      <dgm:spPr/>
    </dgm:pt>
    <dgm:pt modelId="{00DE4F95-35C3-426C-8080-72E4329F1C15}" type="pres">
      <dgm:prSet presAssocID="{F18CFEB9-0E80-4104-BFE4-8C4D156157D0}" presName="sibTrans" presStyleCnt="0"/>
      <dgm:spPr/>
    </dgm:pt>
    <dgm:pt modelId="{B6C9B826-7579-4A78-A6D5-7B6102D3332D}" type="pres">
      <dgm:prSet presAssocID="{42FE4A6A-6F14-4977-9291-6780474E9602}" presName="node" presStyleLbl="node1" presStyleIdx="4" presStyleCnt="5">
        <dgm:presLayoutVars>
          <dgm:bulletEnabled val="1"/>
        </dgm:presLayoutVars>
      </dgm:prSet>
      <dgm:spPr/>
    </dgm:pt>
  </dgm:ptLst>
  <dgm:cxnLst>
    <dgm:cxn modelId="{51CD8663-5834-4751-BBE5-75F8F8123339}" type="presOf" srcId="{5C52B850-5ED2-4109-80E3-675932F3FC51}" destId="{3F44AC46-5837-40E4-AA88-EBBAEB569A04}" srcOrd="0" destOrd="0" presId="urn:microsoft.com/office/officeart/2005/8/layout/default"/>
    <dgm:cxn modelId="{41D56868-0F5A-474A-AC94-F8662E55E8EF}" srcId="{7E90714D-BA29-43B9-8A2A-4C06AA7422F7}" destId="{42FE4A6A-6F14-4977-9291-6780474E9602}" srcOrd="4" destOrd="0" parTransId="{4BD8FAF0-6D44-431A-A8BA-8F7472848542}" sibTransId="{0B165688-1069-4AE1-A84E-12137BEC7B0B}"/>
    <dgm:cxn modelId="{CFC0F548-EAC9-4EA7-9F24-3ABABA41E656}" srcId="{7E90714D-BA29-43B9-8A2A-4C06AA7422F7}" destId="{AF9C9EEA-43CF-44B8-B5E0-38EE907BA84D}" srcOrd="0" destOrd="0" parTransId="{A79BFF72-9477-4DC9-A2AE-8EAFA8DA75F4}" sibTransId="{C0FBA133-1886-478C-A3BC-E813EC83230A}"/>
    <dgm:cxn modelId="{B0AC6A4A-42C6-4E17-873D-BD520CEF7AB7}" type="presOf" srcId="{D6859860-427D-482C-8C05-E4D8A6E61B9A}" destId="{F85BD758-EF35-497A-B70F-B1C0CFEFD1D1}" srcOrd="0" destOrd="0" presId="urn:microsoft.com/office/officeart/2005/8/layout/default"/>
    <dgm:cxn modelId="{1CB4FB72-49F1-44EC-95A3-D15D39E93C17}" type="presOf" srcId="{7E90714D-BA29-43B9-8A2A-4C06AA7422F7}" destId="{8857276C-828D-4078-AF7C-E7421462D40F}" srcOrd="0" destOrd="0" presId="urn:microsoft.com/office/officeart/2005/8/layout/default"/>
    <dgm:cxn modelId="{7F8298A8-201F-43CF-B765-61EDA8E26A66}" srcId="{7E90714D-BA29-43B9-8A2A-4C06AA7422F7}" destId="{5C52B850-5ED2-4109-80E3-675932F3FC51}" srcOrd="1" destOrd="0" parTransId="{CF74FD88-FB23-43C8-BC9C-49F52C3BE7CD}" sibTransId="{220B885E-66DB-4E61-BAE8-59F1BE0501C9}"/>
    <dgm:cxn modelId="{8EBA17CF-85AB-4037-A7DD-1C9A3C2BE771}" srcId="{7E90714D-BA29-43B9-8A2A-4C06AA7422F7}" destId="{6D9F4964-B521-47BA-B0E6-6B8C1E1B3944}" srcOrd="3" destOrd="0" parTransId="{C33B02C4-484A-43BB-A9CD-4D06419F605B}" sibTransId="{F18CFEB9-0E80-4104-BFE4-8C4D156157D0}"/>
    <dgm:cxn modelId="{584EC3DD-DC8C-4D40-8A45-03F2A5A2778B}" srcId="{7E90714D-BA29-43B9-8A2A-4C06AA7422F7}" destId="{D6859860-427D-482C-8C05-E4D8A6E61B9A}" srcOrd="2" destOrd="0" parTransId="{ADB41E4C-948B-46AF-A6F8-9F24A262225B}" sibTransId="{EE9D8D00-B184-4B2B-8BDA-57655FF17DFE}"/>
    <dgm:cxn modelId="{1A7C82E1-C24B-43E9-964F-17D138797604}" type="presOf" srcId="{42FE4A6A-6F14-4977-9291-6780474E9602}" destId="{B6C9B826-7579-4A78-A6D5-7B6102D3332D}" srcOrd="0" destOrd="0" presId="urn:microsoft.com/office/officeart/2005/8/layout/default"/>
    <dgm:cxn modelId="{10DBF4E3-1975-4C25-9F38-825173B41F9F}" type="presOf" srcId="{6D9F4964-B521-47BA-B0E6-6B8C1E1B3944}" destId="{93D671A5-C9A8-42AF-8A34-49F6B98AAB5F}" srcOrd="0" destOrd="0" presId="urn:microsoft.com/office/officeart/2005/8/layout/default"/>
    <dgm:cxn modelId="{AD8606F6-A6A5-4C37-AC3F-6CAFE9DD6343}" type="presOf" srcId="{AF9C9EEA-43CF-44B8-B5E0-38EE907BA84D}" destId="{655B1736-9AC9-4F6E-9541-24383CE93665}" srcOrd="0" destOrd="0" presId="urn:microsoft.com/office/officeart/2005/8/layout/default"/>
    <dgm:cxn modelId="{3F367281-0CF2-4A06-A952-08B59851B66F}" type="presParOf" srcId="{8857276C-828D-4078-AF7C-E7421462D40F}" destId="{655B1736-9AC9-4F6E-9541-24383CE93665}" srcOrd="0" destOrd="0" presId="urn:microsoft.com/office/officeart/2005/8/layout/default"/>
    <dgm:cxn modelId="{AFFD1092-CD79-4810-B9B4-9AE4BE2125E3}" type="presParOf" srcId="{8857276C-828D-4078-AF7C-E7421462D40F}" destId="{48884E98-CC54-42BC-8056-A32DA6182D34}" srcOrd="1" destOrd="0" presId="urn:microsoft.com/office/officeart/2005/8/layout/default"/>
    <dgm:cxn modelId="{97D6F930-A22B-4EB8-9514-2B9A463F80D4}" type="presParOf" srcId="{8857276C-828D-4078-AF7C-E7421462D40F}" destId="{3F44AC46-5837-40E4-AA88-EBBAEB569A04}" srcOrd="2" destOrd="0" presId="urn:microsoft.com/office/officeart/2005/8/layout/default"/>
    <dgm:cxn modelId="{0C3D5752-83A9-4541-B5D0-62E8C1F2460A}" type="presParOf" srcId="{8857276C-828D-4078-AF7C-E7421462D40F}" destId="{1C223295-56A0-48E6-A72A-FBFDCAC574AD}" srcOrd="3" destOrd="0" presId="urn:microsoft.com/office/officeart/2005/8/layout/default"/>
    <dgm:cxn modelId="{8879C463-1B5E-488B-9BB8-335FBF46CDDC}" type="presParOf" srcId="{8857276C-828D-4078-AF7C-E7421462D40F}" destId="{F85BD758-EF35-497A-B70F-B1C0CFEFD1D1}" srcOrd="4" destOrd="0" presId="urn:microsoft.com/office/officeart/2005/8/layout/default"/>
    <dgm:cxn modelId="{B41F95A7-86D9-4848-B815-902E2879AC01}" type="presParOf" srcId="{8857276C-828D-4078-AF7C-E7421462D40F}" destId="{C16506D9-F002-4DC0-BAE1-42854F941BFA}" srcOrd="5" destOrd="0" presId="urn:microsoft.com/office/officeart/2005/8/layout/default"/>
    <dgm:cxn modelId="{AC1986D3-B1E5-4DBC-AAC9-73D34958B4C1}" type="presParOf" srcId="{8857276C-828D-4078-AF7C-E7421462D40F}" destId="{93D671A5-C9A8-42AF-8A34-49F6B98AAB5F}" srcOrd="6" destOrd="0" presId="urn:microsoft.com/office/officeart/2005/8/layout/default"/>
    <dgm:cxn modelId="{D6D38678-FEF1-4CFE-B1C3-26D6952DCDFA}" type="presParOf" srcId="{8857276C-828D-4078-AF7C-E7421462D40F}" destId="{00DE4F95-35C3-426C-8080-72E4329F1C15}" srcOrd="7" destOrd="0" presId="urn:microsoft.com/office/officeart/2005/8/layout/default"/>
    <dgm:cxn modelId="{D4BFCB4A-FE37-4FA2-B409-4D2FB66E208D}" type="presParOf" srcId="{8857276C-828D-4078-AF7C-E7421462D40F}" destId="{B6C9B826-7579-4A78-A6D5-7B6102D3332D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6251756-FE02-4F93-BC11-7918327331F0}" type="doc">
      <dgm:prSet loTypeId="urn:microsoft.com/office/officeart/2005/8/layout/process5" loCatId="process" qsTypeId="urn:microsoft.com/office/officeart/2005/8/quickstyle/simple1" qsCatId="simple" csTypeId="urn:microsoft.com/office/officeart/2005/8/colors/accent3_3" csCatId="accent3" phldr="1"/>
      <dgm:spPr/>
      <dgm:t>
        <a:bodyPr/>
        <a:lstStyle/>
        <a:p>
          <a:endParaRPr lang="en-US"/>
        </a:p>
      </dgm:t>
    </dgm:pt>
    <dgm:pt modelId="{86E2572C-1400-4E8D-87EB-D05A1CDC8DE6}">
      <dgm:prSet phldr="0"/>
      <dgm:spPr/>
      <dgm:t>
        <a:bodyPr/>
        <a:lstStyle/>
        <a:p>
          <a:pPr algn="l" rtl="0"/>
          <a:r>
            <a:rPr lang="en-US" sz="3200" dirty="0">
              <a:latin typeface="Arial"/>
            </a:rPr>
            <a:t>•</a:t>
          </a:r>
          <a:r>
            <a:rPr lang="en-US" sz="3200" dirty="0">
              <a:latin typeface="Calibri"/>
              <a:ea typeface="Calibri"/>
              <a:cs typeface="Calibri"/>
            </a:rPr>
            <a:t>Step 1: Collect </a:t>
          </a:r>
          <a:r>
            <a:rPr lang="en-US" sz="3200" dirty="0" err="1">
              <a:latin typeface="Calibri"/>
              <a:ea typeface="Calibri"/>
              <a:cs typeface="Calibri"/>
            </a:rPr>
            <a:t>account_number</a:t>
          </a:r>
          <a:endParaRPr lang="en-US" dirty="0" err="1">
            <a:latin typeface="Arial"/>
          </a:endParaRPr>
        </a:p>
      </dgm:t>
    </dgm:pt>
    <dgm:pt modelId="{DC0AE29A-05DD-4C1F-852C-4BB761B3273D}" type="parTrans" cxnId="{542245A2-6E22-4AA4-AF95-365DEC4C046A}">
      <dgm:prSet/>
      <dgm:spPr/>
    </dgm:pt>
    <dgm:pt modelId="{CE1A278C-BF52-4341-A92E-86EDC3524ACA}" type="sibTrans" cxnId="{542245A2-6E22-4AA4-AF95-365DEC4C046A}">
      <dgm:prSet/>
      <dgm:spPr/>
      <dgm:t>
        <a:bodyPr/>
        <a:lstStyle/>
        <a:p>
          <a:endParaRPr lang="en-US"/>
        </a:p>
      </dgm:t>
    </dgm:pt>
    <dgm:pt modelId="{C6DEB2FA-664A-48CB-8B1D-A0CF35F3D08C}">
      <dgm:prSet phldr="0"/>
      <dgm:spPr/>
      <dgm:t>
        <a:bodyPr/>
        <a:lstStyle/>
        <a:p>
          <a:pPr algn="l"/>
          <a:r>
            <a:rPr lang="en-US" sz="3200">
              <a:latin typeface="Arial"/>
            </a:rPr>
            <a:t>•</a:t>
          </a:r>
          <a:r>
            <a:rPr lang="en-US" sz="3200">
              <a:latin typeface="Calibri"/>
              <a:ea typeface="Calibri"/>
              <a:cs typeface="Calibri"/>
            </a:rPr>
            <a:t>Step 2: Collect </a:t>
          </a:r>
          <a:r>
            <a:rPr lang="en-US" sz="3200" err="1">
              <a:latin typeface="Calibri"/>
              <a:ea typeface="Calibri"/>
              <a:cs typeface="Calibri"/>
            </a:rPr>
            <a:t>recipient_account</a:t>
          </a:r>
          <a:endParaRPr lang="en-US" err="1"/>
        </a:p>
      </dgm:t>
    </dgm:pt>
    <dgm:pt modelId="{504B039F-E59D-47BD-9565-76DF451D8C8A}" type="parTrans" cxnId="{6364431F-C6F4-4B8D-A84A-CEECDF035BAE}">
      <dgm:prSet/>
      <dgm:spPr/>
    </dgm:pt>
    <dgm:pt modelId="{AADF212A-EA98-42C9-920C-E437210F2A47}" type="sibTrans" cxnId="{6364431F-C6F4-4B8D-A84A-CEECDF035BAE}">
      <dgm:prSet/>
      <dgm:spPr/>
      <dgm:t>
        <a:bodyPr/>
        <a:lstStyle/>
        <a:p>
          <a:endParaRPr lang="en-US"/>
        </a:p>
      </dgm:t>
    </dgm:pt>
    <dgm:pt modelId="{24E72499-841F-42EF-8723-CE48FD9A3190}">
      <dgm:prSet phldr="0"/>
      <dgm:spPr/>
      <dgm:t>
        <a:bodyPr/>
        <a:lstStyle/>
        <a:p>
          <a:pPr algn="l"/>
          <a:r>
            <a:rPr lang="en-US" sz="3200">
              <a:latin typeface="Arial"/>
            </a:rPr>
            <a:t>•</a:t>
          </a:r>
          <a:r>
            <a:rPr lang="en-US" sz="3200">
              <a:latin typeface="Calibri"/>
              <a:ea typeface="Calibri"/>
              <a:cs typeface="Calibri"/>
            </a:rPr>
            <a:t>Step 3: Collect </a:t>
          </a:r>
          <a:r>
            <a:rPr lang="en-US" sz="3200" err="1">
              <a:latin typeface="Calibri"/>
              <a:ea typeface="Calibri"/>
              <a:cs typeface="Calibri"/>
            </a:rPr>
            <a:t>transfer_amount</a:t>
          </a:r>
          <a:r>
            <a:rPr lang="en-US" sz="3200">
              <a:latin typeface="Calibri"/>
              <a:ea typeface="Calibri"/>
              <a:cs typeface="Calibri"/>
            </a:rPr>
            <a:t> (Number type)</a:t>
          </a:r>
          <a:endParaRPr lang="en-US"/>
        </a:p>
      </dgm:t>
    </dgm:pt>
    <dgm:pt modelId="{7602E32B-B060-4949-9E1C-91510E7945C0}" type="parTrans" cxnId="{DE475599-CDC4-42EB-8E29-C8BB4B61FCDD}">
      <dgm:prSet/>
      <dgm:spPr/>
    </dgm:pt>
    <dgm:pt modelId="{9D57FC77-12D2-4E32-AEF8-A42021BE8A5A}" type="sibTrans" cxnId="{DE475599-CDC4-42EB-8E29-C8BB4B61FCDD}">
      <dgm:prSet/>
      <dgm:spPr/>
      <dgm:t>
        <a:bodyPr/>
        <a:lstStyle/>
        <a:p>
          <a:endParaRPr lang="en-US"/>
        </a:p>
      </dgm:t>
    </dgm:pt>
    <dgm:pt modelId="{1A1B7F97-E9A7-4924-A0DC-C924F4B16649}">
      <dgm:prSet phldr="0"/>
      <dgm:spPr/>
      <dgm:t>
        <a:bodyPr/>
        <a:lstStyle/>
        <a:p>
          <a:pPr algn="l"/>
          <a:r>
            <a:rPr lang="en-US" sz="3200" dirty="0">
              <a:latin typeface="Arial"/>
            </a:rPr>
            <a:t>•</a:t>
          </a:r>
          <a:r>
            <a:rPr lang="en-US" sz="3200" dirty="0">
              <a:latin typeface="Calibri"/>
              <a:ea typeface="Calibri"/>
              <a:cs typeface="Calibri"/>
            </a:rPr>
            <a:t>Step 4: Confirmation (Yes/No options)</a:t>
          </a:r>
          <a:endParaRPr lang="en-US" dirty="0"/>
        </a:p>
      </dgm:t>
    </dgm:pt>
    <dgm:pt modelId="{E56BF8CE-0D74-417F-8506-7AE9EEB9BCA9}" type="parTrans" cxnId="{EF162253-708D-43AF-BFF5-6604D4395D18}">
      <dgm:prSet/>
      <dgm:spPr/>
    </dgm:pt>
    <dgm:pt modelId="{86B91949-3B25-4B82-88D7-1B4900EFC036}" type="sibTrans" cxnId="{EF162253-708D-43AF-BFF5-6604D4395D18}">
      <dgm:prSet/>
      <dgm:spPr/>
      <dgm:t>
        <a:bodyPr/>
        <a:lstStyle/>
        <a:p>
          <a:endParaRPr lang="en-US"/>
        </a:p>
      </dgm:t>
    </dgm:pt>
    <dgm:pt modelId="{E8556939-2489-4288-AB43-DBAA6DCFAF6C}">
      <dgm:prSet phldr="0"/>
      <dgm:spPr/>
      <dgm:t>
        <a:bodyPr/>
        <a:lstStyle/>
        <a:p>
          <a:pPr algn="l"/>
          <a:r>
            <a:rPr lang="en-US" sz="3200" dirty="0">
              <a:latin typeface="Arial"/>
            </a:rPr>
            <a:t>•</a:t>
          </a:r>
          <a:r>
            <a:rPr lang="en-US" sz="3200" dirty="0">
              <a:latin typeface="Calibri"/>
              <a:ea typeface="Calibri"/>
              <a:cs typeface="Calibri"/>
            </a:rPr>
            <a:t>Condition-based final response.</a:t>
          </a:r>
          <a:endParaRPr lang="en-US" dirty="0"/>
        </a:p>
      </dgm:t>
    </dgm:pt>
    <dgm:pt modelId="{9FEAEA89-EE1D-4633-A999-2A5595128F98}" type="parTrans" cxnId="{E5536E58-2847-44E3-889D-F4D01C884EF6}">
      <dgm:prSet/>
      <dgm:spPr/>
    </dgm:pt>
    <dgm:pt modelId="{5C6A0C58-2B26-4287-BCDE-5041031A15F3}" type="sibTrans" cxnId="{E5536E58-2847-44E3-889D-F4D01C884EF6}">
      <dgm:prSet/>
      <dgm:spPr/>
      <dgm:t>
        <a:bodyPr/>
        <a:lstStyle/>
        <a:p>
          <a:endParaRPr lang="en-US"/>
        </a:p>
      </dgm:t>
    </dgm:pt>
    <dgm:pt modelId="{BE04E8BA-5262-49E2-830F-58C85EB0A264}" type="pres">
      <dgm:prSet presAssocID="{06251756-FE02-4F93-BC11-7918327331F0}" presName="diagram" presStyleCnt="0">
        <dgm:presLayoutVars>
          <dgm:dir/>
          <dgm:resizeHandles val="exact"/>
        </dgm:presLayoutVars>
      </dgm:prSet>
      <dgm:spPr/>
    </dgm:pt>
    <dgm:pt modelId="{637C100C-C2E6-40E0-915E-9509CF055A7F}" type="pres">
      <dgm:prSet presAssocID="{86E2572C-1400-4E8D-87EB-D05A1CDC8DE6}" presName="node" presStyleLbl="node1" presStyleIdx="0" presStyleCnt="5">
        <dgm:presLayoutVars>
          <dgm:bulletEnabled val="1"/>
        </dgm:presLayoutVars>
      </dgm:prSet>
      <dgm:spPr/>
    </dgm:pt>
    <dgm:pt modelId="{0E8F2EA6-A2E6-4D59-9126-3295BFECDAAB}" type="pres">
      <dgm:prSet presAssocID="{CE1A278C-BF52-4341-A92E-86EDC3524ACA}" presName="sibTrans" presStyleLbl="sibTrans2D1" presStyleIdx="0" presStyleCnt="4"/>
      <dgm:spPr/>
    </dgm:pt>
    <dgm:pt modelId="{E92EC042-519C-48F8-9BE4-2D6646C340D5}" type="pres">
      <dgm:prSet presAssocID="{CE1A278C-BF52-4341-A92E-86EDC3524ACA}" presName="connectorText" presStyleLbl="sibTrans2D1" presStyleIdx="0" presStyleCnt="4"/>
      <dgm:spPr/>
    </dgm:pt>
    <dgm:pt modelId="{28491D85-AF02-4EC5-8A1E-4A3C5AD48A78}" type="pres">
      <dgm:prSet presAssocID="{C6DEB2FA-664A-48CB-8B1D-A0CF35F3D08C}" presName="node" presStyleLbl="node1" presStyleIdx="1" presStyleCnt="5">
        <dgm:presLayoutVars>
          <dgm:bulletEnabled val="1"/>
        </dgm:presLayoutVars>
      </dgm:prSet>
      <dgm:spPr/>
    </dgm:pt>
    <dgm:pt modelId="{8E870A35-7956-4FFE-AF48-F223FC2F7E00}" type="pres">
      <dgm:prSet presAssocID="{AADF212A-EA98-42C9-920C-E437210F2A47}" presName="sibTrans" presStyleLbl="sibTrans2D1" presStyleIdx="1" presStyleCnt="4"/>
      <dgm:spPr/>
    </dgm:pt>
    <dgm:pt modelId="{A69C031E-57ED-4914-B6B2-087BE552399E}" type="pres">
      <dgm:prSet presAssocID="{AADF212A-EA98-42C9-920C-E437210F2A47}" presName="connectorText" presStyleLbl="sibTrans2D1" presStyleIdx="1" presStyleCnt="4"/>
      <dgm:spPr/>
    </dgm:pt>
    <dgm:pt modelId="{0E8C658D-E246-480B-A937-FDEE13FFC7C9}" type="pres">
      <dgm:prSet presAssocID="{24E72499-841F-42EF-8723-CE48FD9A3190}" presName="node" presStyleLbl="node1" presStyleIdx="2" presStyleCnt="5">
        <dgm:presLayoutVars>
          <dgm:bulletEnabled val="1"/>
        </dgm:presLayoutVars>
      </dgm:prSet>
      <dgm:spPr/>
    </dgm:pt>
    <dgm:pt modelId="{7A323F61-2CE4-4CD0-8325-99C648A02313}" type="pres">
      <dgm:prSet presAssocID="{9D57FC77-12D2-4E32-AEF8-A42021BE8A5A}" presName="sibTrans" presStyleLbl="sibTrans2D1" presStyleIdx="2" presStyleCnt="4"/>
      <dgm:spPr/>
    </dgm:pt>
    <dgm:pt modelId="{AC6ED9E0-1086-4582-901D-A82E61E1BE20}" type="pres">
      <dgm:prSet presAssocID="{9D57FC77-12D2-4E32-AEF8-A42021BE8A5A}" presName="connectorText" presStyleLbl="sibTrans2D1" presStyleIdx="2" presStyleCnt="4"/>
      <dgm:spPr/>
    </dgm:pt>
    <dgm:pt modelId="{BD3217AB-B6B4-40BC-9007-0011E17F03F6}" type="pres">
      <dgm:prSet presAssocID="{1A1B7F97-E9A7-4924-A0DC-C924F4B16649}" presName="node" presStyleLbl="node1" presStyleIdx="3" presStyleCnt="5">
        <dgm:presLayoutVars>
          <dgm:bulletEnabled val="1"/>
        </dgm:presLayoutVars>
      </dgm:prSet>
      <dgm:spPr/>
    </dgm:pt>
    <dgm:pt modelId="{37F37454-40FA-4AF3-B2F8-AB01CFFEE4E3}" type="pres">
      <dgm:prSet presAssocID="{86B91949-3B25-4B82-88D7-1B4900EFC036}" presName="sibTrans" presStyleLbl="sibTrans2D1" presStyleIdx="3" presStyleCnt="4"/>
      <dgm:spPr/>
    </dgm:pt>
    <dgm:pt modelId="{9765C04C-EA72-4DF3-A702-CBAC1DBA3BCE}" type="pres">
      <dgm:prSet presAssocID="{86B91949-3B25-4B82-88D7-1B4900EFC036}" presName="connectorText" presStyleLbl="sibTrans2D1" presStyleIdx="3" presStyleCnt="4"/>
      <dgm:spPr/>
    </dgm:pt>
    <dgm:pt modelId="{CDD1FE69-0D91-4A83-A7BA-FCEC5895A637}" type="pres">
      <dgm:prSet presAssocID="{E8556939-2489-4288-AB43-DBAA6DCFAF6C}" presName="node" presStyleLbl="node1" presStyleIdx="4" presStyleCnt="5">
        <dgm:presLayoutVars>
          <dgm:bulletEnabled val="1"/>
        </dgm:presLayoutVars>
      </dgm:prSet>
      <dgm:spPr/>
    </dgm:pt>
  </dgm:ptLst>
  <dgm:cxnLst>
    <dgm:cxn modelId="{0C038814-EBE5-4BED-B011-C6E9EC356C8F}" type="presOf" srcId="{CE1A278C-BF52-4341-A92E-86EDC3524ACA}" destId="{0E8F2EA6-A2E6-4D59-9126-3295BFECDAAB}" srcOrd="0" destOrd="0" presId="urn:microsoft.com/office/officeart/2005/8/layout/process5"/>
    <dgm:cxn modelId="{B667A915-B4C0-4C04-A997-13EFB02056EA}" type="presOf" srcId="{E8556939-2489-4288-AB43-DBAA6DCFAF6C}" destId="{CDD1FE69-0D91-4A83-A7BA-FCEC5895A637}" srcOrd="0" destOrd="0" presId="urn:microsoft.com/office/officeart/2005/8/layout/process5"/>
    <dgm:cxn modelId="{6364431F-C6F4-4B8D-A84A-CEECDF035BAE}" srcId="{06251756-FE02-4F93-BC11-7918327331F0}" destId="{C6DEB2FA-664A-48CB-8B1D-A0CF35F3D08C}" srcOrd="1" destOrd="0" parTransId="{504B039F-E59D-47BD-9565-76DF451D8C8A}" sibTransId="{AADF212A-EA98-42C9-920C-E437210F2A47}"/>
    <dgm:cxn modelId="{CECED35E-9C87-49B7-A425-34FFA8CBF10B}" type="presOf" srcId="{CE1A278C-BF52-4341-A92E-86EDC3524ACA}" destId="{E92EC042-519C-48F8-9BE4-2D6646C340D5}" srcOrd="1" destOrd="0" presId="urn:microsoft.com/office/officeart/2005/8/layout/process5"/>
    <dgm:cxn modelId="{C356CB61-BB2E-4A31-A196-CA8345B212D2}" type="presOf" srcId="{9D57FC77-12D2-4E32-AEF8-A42021BE8A5A}" destId="{7A323F61-2CE4-4CD0-8325-99C648A02313}" srcOrd="0" destOrd="0" presId="urn:microsoft.com/office/officeart/2005/8/layout/process5"/>
    <dgm:cxn modelId="{82F1FC4B-9376-423D-A6AE-5D6C9FACA5C9}" type="presOf" srcId="{1A1B7F97-E9A7-4924-A0DC-C924F4B16649}" destId="{BD3217AB-B6B4-40BC-9007-0011E17F03F6}" srcOrd="0" destOrd="0" presId="urn:microsoft.com/office/officeart/2005/8/layout/process5"/>
    <dgm:cxn modelId="{A08F6F4C-AAF2-48F8-8D5C-B725B11D7C46}" type="presOf" srcId="{86B91949-3B25-4B82-88D7-1B4900EFC036}" destId="{9765C04C-EA72-4DF3-A702-CBAC1DBA3BCE}" srcOrd="1" destOrd="0" presId="urn:microsoft.com/office/officeart/2005/8/layout/process5"/>
    <dgm:cxn modelId="{967E276F-ACBC-46F0-BC46-839C7F0C2270}" type="presOf" srcId="{06251756-FE02-4F93-BC11-7918327331F0}" destId="{BE04E8BA-5262-49E2-830F-58C85EB0A264}" srcOrd="0" destOrd="0" presId="urn:microsoft.com/office/officeart/2005/8/layout/process5"/>
    <dgm:cxn modelId="{EF162253-708D-43AF-BFF5-6604D4395D18}" srcId="{06251756-FE02-4F93-BC11-7918327331F0}" destId="{1A1B7F97-E9A7-4924-A0DC-C924F4B16649}" srcOrd="3" destOrd="0" parTransId="{E56BF8CE-0D74-417F-8506-7AE9EEB9BCA9}" sibTransId="{86B91949-3B25-4B82-88D7-1B4900EFC036}"/>
    <dgm:cxn modelId="{E3692678-B6A4-4C8D-87D6-2C9CF54D1A2D}" type="presOf" srcId="{86B91949-3B25-4B82-88D7-1B4900EFC036}" destId="{37F37454-40FA-4AF3-B2F8-AB01CFFEE4E3}" srcOrd="0" destOrd="0" presId="urn:microsoft.com/office/officeart/2005/8/layout/process5"/>
    <dgm:cxn modelId="{E5536E58-2847-44E3-889D-F4D01C884EF6}" srcId="{06251756-FE02-4F93-BC11-7918327331F0}" destId="{E8556939-2489-4288-AB43-DBAA6DCFAF6C}" srcOrd="4" destOrd="0" parTransId="{9FEAEA89-EE1D-4633-A999-2A5595128F98}" sibTransId="{5C6A0C58-2B26-4287-BCDE-5041031A15F3}"/>
    <dgm:cxn modelId="{DE06108B-BDC5-4057-A5A5-2C2A1E30187C}" type="presOf" srcId="{AADF212A-EA98-42C9-920C-E437210F2A47}" destId="{A69C031E-57ED-4914-B6B2-087BE552399E}" srcOrd="1" destOrd="0" presId="urn:microsoft.com/office/officeart/2005/8/layout/process5"/>
    <dgm:cxn modelId="{DE475599-CDC4-42EB-8E29-C8BB4B61FCDD}" srcId="{06251756-FE02-4F93-BC11-7918327331F0}" destId="{24E72499-841F-42EF-8723-CE48FD9A3190}" srcOrd="2" destOrd="0" parTransId="{7602E32B-B060-4949-9E1C-91510E7945C0}" sibTransId="{9D57FC77-12D2-4E32-AEF8-A42021BE8A5A}"/>
    <dgm:cxn modelId="{542245A2-6E22-4AA4-AF95-365DEC4C046A}" srcId="{06251756-FE02-4F93-BC11-7918327331F0}" destId="{86E2572C-1400-4E8D-87EB-D05A1CDC8DE6}" srcOrd="0" destOrd="0" parTransId="{DC0AE29A-05DD-4C1F-852C-4BB761B3273D}" sibTransId="{CE1A278C-BF52-4341-A92E-86EDC3524ACA}"/>
    <dgm:cxn modelId="{D1B3B3AE-1B88-4240-938F-87FC66CA834D}" type="presOf" srcId="{C6DEB2FA-664A-48CB-8B1D-A0CF35F3D08C}" destId="{28491D85-AF02-4EC5-8A1E-4A3C5AD48A78}" srcOrd="0" destOrd="0" presId="urn:microsoft.com/office/officeart/2005/8/layout/process5"/>
    <dgm:cxn modelId="{73C037B2-DA43-496C-8D27-BA69CCC8158E}" type="presOf" srcId="{24E72499-841F-42EF-8723-CE48FD9A3190}" destId="{0E8C658D-E246-480B-A937-FDEE13FFC7C9}" srcOrd="0" destOrd="0" presId="urn:microsoft.com/office/officeart/2005/8/layout/process5"/>
    <dgm:cxn modelId="{2B99E5CE-A62A-4E04-B1CA-C5993D7009A1}" type="presOf" srcId="{9D57FC77-12D2-4E32-AEF8-A42021BE8A5A}" destId="{AC6ED9E0-1086-4582-901D-A82E61E1BE20}" srcOrd="1" destOrd="0" presId="urn:microsoft.com/office/officeart/2005/8/layout/process5"/>
    <dgm:cxn modelId="{43E344E8-2829-4269-8158-B569BD6AC2C5}" type="presOf" srcId="{86E2572C-1400-4E8D-87EB-D05A1CDC8DE6}" destId="{637C100C-C2E6-40E0-915E-9509CF055A7F}" srcOrd="0" destOrd="0" presId="urn:microsoft.com/office/officeart/2005/8/layout/process5"/>
    <dgm:cxn modelId="{DCBDB2F5-951D-43D4-9D3C-A059E1D481DB}" type="presOf" srcId="{AADF212A-EA98-42C9-920C-E437210F2A47}" destId="{8E870A35-7956-4FFE-AF48-F223FC2F7E00}" srcOrd="0" destOrd="0" presId="urn:microsoft.com/office/officeart/2005/8/layout/process5"/>
    <dgm:cxn modelId="{167EFDD0-F0D2-475F-88B4-765BB55E3209}" type="presParOf" srcId="{BE04E8BA-5262-49E2-830F-58C85EB0A264}" destId="{637C100C-C2E6-40E0-915E-9509CF055A7F}" srcOrd="0" destOrd="0" presId="urn:microsoft.com/office/officeart/2005/8/layout/process5"/>
    <dgm:cxn modelId="{0D44E04F-D85D-4AA0-A408-480491DF5E0A}" type="presParOf" srcId="{BE04E8BA-5262-49E2-830F-58C85EB0A264}" destId="{0E8F2EA6-A2E6-4D59-9126-3295BFECDAAB}" srcOrd="1" destOrd="0" presId="urn:microsoft.com/office/officeart/2005/8/layout/process5"/>
    <dgm:cxn modelId="{8FF72CDA-E1E5-4DB4-A80E-CDD2820BB6CC}" type="presParOf" srcId="{0E8F2EA6-A2E6-4D59-9126-3295BFECDAAB}" destId="{E92EC042-519C-48F8-9BE4-2D6646C340D5}" srcOrd="0" destOrd="0" presId="urn:microsoft.com/office/officeart/2005/8/layout/process5"/>
    <dgm:cxn modelId="{04FCCDC2-6434-45BC-A8E3-4E887E02B663}" type="presParOf" srcId="{BE04E8BA-5262-49E2-830F-58C85EB0A264}" destId="{28491D85-AF02-4EC5-8A1E-4A3C5AD48A78}" srcOrd="2" destOrd="0" presId="urn:microsoft.com/office/officeart/2005/8/layout/process5"/>
    <dgm:cxn modelId="{986AAF6A-F143-4507-A469-7AEA54674B80}" type="presParOf" srcId="{BE04E8BA-5262-49E2-830F-58C85EB0A264}" destId="{8E870A35-7956-4FFE-AF48-F223FC2F7E00}" srcOrd="3" destOrd="0" presId="urn:microsoft.com/office/officeart/2005/8/layout/process5"/>
    <dgm:cxn modelId="{4B707CD8-ACB8-4991-B82E-36B168D596BC}" type="presParOf" srcId="{8E870A35-7956-4FFE-AF48-F223FC2F7E00}" destId="{A69C031E-57ED-4914-B6B2-087BE552399E}" srcOrd="0" destOrd="0" presId="urn:microsoft.com/office/officeart/2005/8/layout/process5"/>
    <dgm:cxn modelId="{225FE327-36B5-4B05-9217-DC9F194586C8}" type="presParOf" srcId="{BE04E8BA-5262-49E2-830F-58C85EB0A264}" destId="{0E8C658D-E246-480B-A937-FDEE13FFC7C9}" srcOrd="4" destOrd="0" presId="urn:microsoft.com/office/officeart/2005/8/layout/process5"/>
    <dgm:cxn modelId="{08551A49-3DD2-4459-BCCF-8120E9199268}" type="presParOf" srcId="{BE04E8BA-5262-49E2-830F-58C85EB0A264}" destId="{7A323F61-2CE4-4CD0-8325-99C648A02313}" srcOrd="5" destOrd="0" presId="urn:microsoft.com/office/officeart/2005/8/layout/process5"/>
    <dgm:cxn modelId="{940945F9-CC74-4CA6-BB84-18483ABED235}" type="presParOf" srcId="{7A323F61-2CE4-4CD0-8325-99C648A02313}" destId="{AC6ED9E0-1086-4582-901D-A82E61E1BE20}" srcOrd="0" destOrd="0" presId="urn:microsoft.com/office/officeart/2005/8/layout/process5"/>
    <dgm:cxn modelId="{57DB9583-C9F5-45D9-A299-B9251F00C46D}" type="presParOf" srcId="{BE04E8BA-5262-49E2-830F-58C85EB0A264}" destId="{BD3217AB-B6B4-40BC-9007-0011E17F03F6}" srcOrd="6" destOrd="0" presId="urn:microsoft.com/office/officeart/2005/8/layout/process5"/>
    <dgm:cxn modelId="{87F7C067-82EA-4AC6-A4D2-1B54F2EF38BA}" type="presParOf" srcId="{BE04E8BA-5262-49E2-830F-58C85EB0A264}" destId="{37F37454-40FA-4AF3-B2F8-AB01CFFEE4E3}" srcOrd="7" destOrd="0" presId="urn:microsoft.com/office/officeart/2005/8/layout/process5"/>
    <dgm:cxn modelId="{1FEA6B5D-CD81-4A9B-9872-29E1D915EDEA}" type="presParOf" srcId="{37F37454-40FA-4AF3-B2F8-AB01CFFEE4E3}" destId="{9765C04C-EA72-4DF3-A702-CBAC1DBA3BCE}" srcOrd="0" destOrd="0" presId="urn:microsoft.com/office/officeart/2005/8/layout/process5"/>
    <dgm:cxn modelId="{C55366F5-F3B9-430E-BD9C-370A88FFF1C3}" type="presParOf" srcId="{BE04E8BA-5262-49E2-830F-58C85EB0A264}" destId="{CDD1FE69-0D91-4A83-A7BA-FCEC5895A637}" srcOrd="8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346FF1D-FAEC-4FD0-B489-DD84585A15C5}" type="doc">
      <dgm:prSet loTypeId="urn:microsoft.com/office/officeart/2005/8/layout/hProcess9" loCatId="process" qsTypeId="urn:microsoft.com/office/officeart/2005/8/quickstyle/simple1" qsCatId="simple" csTypeId="urn:microsoft.com/office/officeart/2005/8/colors/accent2_4" csCatId="accent2" phldr="1"/>
      <dgm:spPr/>
    </dgm:pt>
    <dgm:pt modelId="{A0D16DAF-7268-4D25-8F14-A7D6C8C2345E}">
      <dgm:prSet phldr="0"/>
      <dgm:spPr/>
      <dgm:t>
        <a:bodyPr/>
        <a:lstStyle/>
        <a:p>
          <a:pPr rtl="0"/>
          <a:r>
            <a:rPr lang="en-US">
              <a:latin typeface="Calibri"/>
              <a:ea typeface="Calibri"/>
              <a:cs typeface="Calibri"/>
            </a:rPr>
            <a:t>User</a:t>
          </a:r>
          <a:endParaRPr lang="en-US">
            <a:latin typeface="Arial"/>
          </a:endParaRPr>
        </a:p>
      </dgm:t>
    </dgm:pt>
    <dgm:pt modelId="{102A153A-2F8E-43AF-A8DE-03C224744460}" type="parTrans" cxnId="{E1E40CF0-97F2-4386-8822-B23E77E32AC1}">
      <dgm:prSet/>
      <dgm:spPr/>
    </dgm:pt>
    <dgm:pt modelId="{F2CCEEE2-FC27-404E-AEA4-E9815658084F}" type="sibTrans" cxnId="{E1E40CF0-97F2-4386-8822-B23E77E32AC1}">
      <dgm:prSet/>
      <dgm:spPr/>
    </dgm:pt>
    <dgm:pt modelId="{09A3FA48-8BC3-4BF4-AA13-B7BF4146507F}">
      <dgm:prSet phldr="0"/>
      <dgm:spPr/>
      <dgm:t>
        <a:bodyPr/>
        <a:lstStyle/>
        <a:p>
          <a:pPr algn="l" rtl="0"/>
          <a:r>
            <a:rPr lang="en-US" dirty="0">
              <a:latin typeface="Calibri"/>
              <a:ea typeface="Calibri"/>
              <a:cs typeface="Calibri"/>
            </a:rPr>
            <a:t>IBM watsonx Assistant</a:t>
          </a:r>
          <a:endParaRPr lang="en-US" dirty="0">
            <a:latin typeface="Arial"/>
          </a:endParaRPr>
        </a:p>
      </dgm:t>
    </dgm:pt>
    <dgm:pt modelId="{3D0800CC-A3D4-4FEC-A0EF-9579624967BF}" type="parTrans" cxnId="{8065EFFB-0643-49EA-A580-E7EF6AB53048}">
      <dgm:prSet/>
      <dgm:spPr/>
    </dgm:pt>
    <dgm:pt modelId="{509524E5-0615-41E5-8371-CB2FCC6C714E}" type="sibTrans" cxnId="{8065EFFB-0643-49EA-A580-E7EF6AB53048}">
      <dgm:prSet/>
      <dgm:spPr/>
    </dgm:pt>
    <dgm:pt modelId="{9756EE4D-7449-4999-AAB8-F1C2BE130752}">
      <dgm:prSet phldr="0"/>
      <dgm:spPr/>
      <dgm:t>
        <a:bodyPr/>
        <a:lstStyle/>
        <a:p>
          <a:pPr algn="l"/>
          <a:r>
            <a:rPr lang="en-US" dirty="0">
              <a:latin typeface="Calibri"/>
              <a:ea typeface="Calibri"/>
              <a:cs typeface="Calibri"/>
            </a:rPr>
            <a:t>(Actions Engine)</a:t>
          </a:r>
          <a:endParaRPr lang="en-US" dirty="0"/>
        </a:p>
      </dgm:t>
    </dgm:pt>
    <dgm:pt modelId="{52E69DDF-B0A9-4593-BF6C-716A034F60C2}" type="parTrans" cxnId="{3628A710-9967-482C-A965-ACC4C2261455}">
      <dgm:prSet/>
      <dgm:spPr/>
    </dgm:pt>
    <dgm:pt modelId="{DD280146-1C8D-44D5-B533-C3B17963AB31}" type="sibTrans" cxnId="{3628A710-9967-482C-A965-ACC4C2261455}">
      <dgm:prSet/>
      <dgm:spPr/>
    </dgm:pt>
    <dgm:pt modelId="{8718C6DE-5671-4F7D-A731-17CC35E69AB3}">
      <dgm:prSet phldr="0"/>
      <dgm:spPr/>
      <dgm:t>
        <a:bodyPr/>
        <a:lstStyle/>
        <a:p>
          <a:r>
            <a:rPr lang="en-US" dirty="0">
              <a:latin typeface="Calibri"/>
              <a:ea typeface="Calibri"/>
              <a:cs typeface="Calibri"/>
            </a:rPr>
            <a:t>Banking System / Database</a:t>
          </a:r>
          <a:endParaRPr lang="en-US" dirty="0">
            <a:latin typeface="Arial"/>
          </a:endParaRPr>
        </a:p>
      </dgm:t>
    </dgm:pt>
    <dgm:pt modelId="{20C2198B-98F3-456D-B94F-705891F5D44A}" type="parTrans" cxnId="{63CD43A7-04DB-4CB0-88A6-DBE99846804D}">
      <dgm:prSet/>
      <dgm:spPr/>
    </dgm:pt>
    <dgm:pt modelId="{7F891F96-A631-43B9-88E4-E82EA34CC7D5}" type="sibTrans" cxnId="{63CD43A7-04DB-4CB0-88A6-DBE99846804D}">
      <dgm:prSet/>
      <dgm:spPr/>
    </dgm:pt>
    <dgm:pt modelId="{569ABA2C-D4B0-43F8-9528-2B047569E10B}" type="pres">
      <dgm:prSet presAssocID="{A346FF1D-FAEC-4FD0-B489-DD84585A15C5}" presName="CompostProcess" presStyleCnt="0">
        <dgm:presLayoutVars>
          <dgm:dir/>
          <dgm:resizeHandles val="exact"/>
        </dgm:presLayoutVars>
      </dgm:prSet>
      <dgm:spPr/>
    </dgm:pt>
    <dgm:pt modelId="{3156932A-0293-4B1C-B2A5-861AD5D780E4}" type="pres">
      <dgm:prSet presAssocID="{A346FF1D-FAEC-4FD0-B489-DD84585A15C5}" presName="arrow" presStyleLbl="bgShp" presStyleIdx="0" presStyleCnt="1"/>
      <dgm:spPr/>
    </dgm:pt>
    <dgm:pt modelId="{27A70FBC-42BF-420B-859C-ADC5906F3714}" type="pres">
      <dgm:prSet presAssocID="{A346FF1D-FAEC-4FD0-B489-DD84585A15C5}" presName="linearProcess" presStyleCnt="0"/>
      <dgm:spPr/>
    </dgm:pt>
    <dgm:pt modelId="{B3C92FD8-A918-4074-A960-6E6F68FE478B}" type="pres">
      <dgm:prSet presAssocID="{A0D16DAF-7268-4D25-8F14-A7D6C8C2345E}" presName="textNode" presStyleLbl="node1" presStyleIdx="0" presStyleCnt="4">
        <dgm:presLayoutVars>
          <dgm:bulletEnabled val="1"/>
        </dgm:presLayoutVars>
      </dgm:prSet>
      <dgm:spPr/>
    </dgm:pt>
    <dgm:pt modelId="{8663338B-86BF-4E0A-94AE-D56104A8C239}" type="pres">
      <dgm:prSet presAssocID="{F2CCEEE2-FC27-404E-AEA4-E9815658084F}" presName="sibTrans" presStyleCnt="0"/>
      <dgm:spPr/>
    </dgm:pt>
    <dgm:pt modelId="{50FABCEB-3A73-499A-889F-2C194192BE8D}" type="pres">
      <dgm:prSet presAssocID="{09A3FA48-8BC3-4BF4-AA13-B7BF4146507F}" presName="textNode" presStyleLbl="node1" presStyleIdx="1" presStyleCnt="4">
        <dgm:presLayoutVars>
          <dgm:bulletEnabled val="1"/>
        </dgm:presLayoutVars>
      </dgm:prSet>
      <dgm:spPr/>
    </dgm:pt>
    <dgm:pt modelId="{AEA9A754-463F-4715-8AF2-6B847912EDB0}" type="pres">
      <dgm:prSet presAssocID="{509524E5-0615-41E5-8371-CB2FCC6C714E}" presName="sibTrans" presStyleCnt="0"/>
      <dgm:spPr/>
    </dgm:pt>
    <dgm:pt modelId="{E980882F-7F7D-4B33-A3AF-5E3E33CD500F}" type="pres">
      <dgm:prSet presAssocID="{9756EE4D-7449-4999-AAB8-F1C2BE130752}" presName="textNode" presStyleLbl="node1" presStyleIdx="2" presStyleCnt="4">
        <dgm:presLayoutVars>
          <dgm:bulletEnabled val="1"/>
        </dgm:presLayoutVars>
      </dgm:prSet>
      <dgm:spPr/>
    </dgm:pt>
    <dgm:pt modelId="{F8FB354B-E24B-4501-974C-5923E757EB3F}" type="pres">
      <dgm:prSet presAssocID="{DD280146-1C8D-44D5-B533-C3B17963AB31}" presName="sibTrans" presStyleCnt="0"/>
      <dgm:spPr/>
    </dgm:pt>
    <dgm:pt modelId="{9FE83648-C2D9-4C82-8AC1-F1D36379B475}" type="pres">
      <dgm:prSet presAssocID="{8718C6DE-5671-4F7D-A731-17CC35E69AB3}" presName="textNode" presStyleLbl="node1" presStyleIdx="3" presStyleCnt="4">
        <dgm:presLayoutVars>
          <dgm:bulletEnabled val="1"/>
        </dgm:presLayoutVars>
      </dgm:prSet>
      <dgm:spPr/>
    </dgm:pt>
  </dgm:ptLst>
  <dgm:cxnLst>
    <dgm:cxn modelId="{3628A710-9967-482C-A965-ACC4C2261455}" srcId="{A346FF1D-FAEC-4FD0-B489-DD84585A15C5}" destId="{9756EE4D-7449-4999-AAB8-F1C2BE130752}" srcOrd="2" destOrd="0" parTransId="{52E69DDF-B0A9-4593-BF6C-716A034F60C2}" sibTransId="{DD280146-1C8D-44D5-B533-C3B17963AB31}"/>
    <dgm:cxn modelId="{0F74D533-550A-418A-B510-C291DE38E3D6}" type="presOf" srcId="{A0D16DAF-7268-4D25-8F14-A7D6C8C2345E}" destId="{B3C92FD8-A918-4074-A960-6E6F68FE478B}" srcOrd="0" destOrd="0" presId="urn:microsoft.com/office/officeart/2005/8/layout/hProcess9"/>
    <dgm:cxn modelId="{0508CF38-9A42-486C-B867-45F4A7D9EDC4}" type="presOf" srcId="{09A3FA48-8BC3-4BF4-AA13-B7BF4146507F}" destId="{50FABCEB-3A73-499A-889F-2C194192BE8D}" srcOrd="0" destOrd="0" presId="urn:microsoft.com/office/officeart/2005/8/layout/hProcess9"/>
    <dgm:cxn modelId="{63CD43A7-04DB-4CB0-88A6-DBE99846804D}" srcId="{A346FF1D-FAEC-4FD0-B489-DD84585A15C5}" destId="{8718C6DE-5671-4F7D-A731-17CC35E69AB3}" srcOrd="3" destOrd="0" parTransId="{20C2198B-98F3-456D-B94F-705891F5D44A}" sibTransId="{7F891F96-A631-43B9-88E4-E82EA34CC7D5}"/>
    <dgm:cxn modelId="{8342A6AE-E883-4517-8889-A969A6A3B28B}" type="presOf" srcId="{9756EE4D-7449-4999-AAB8-F1C2BE130752}" destId="{E980882F-7F7D-4B33-A3AF-5E3E33CD500F}" srcOrd="0" destOrd="0" presId="urn:microsoft.com/office/officeart/2005/8/layout/hProcess9"/>
    <dgm:cxn modelId="{F6E6C2C2-6EC6-4852-BA74-07C0C252F883}" type="presOf" srcId="{8718C6DE-5671-4F7D-A731-17CC35E69AB3}" destId="{9FE83648-C2D9-4C82-8AC1-F1D36379B475}" srcOrd="0" destOrd="0" presId="urn:microsoft.com/office/officeart/2005/8/layout/hProcess9"/>
    <dgm:cxn modelId="{9F8D51E1-EB57-48B2-87E0-2D1272E57588}" type="presOf" srcId="{A346FF1D-FAEC-4FD0-B489-DD84585A15C5}" destId="{569ABA2C-D4B0-43F8-9528-2B047569E10B}" srcOrd="0" destOrd="0" presId="urn:microsoft.com/office/officeart/2005/8/layout/hProcess9"/>
    <dgm:cxn modelId="{E1E40CF0-97F2-4386-8822-B23E77E32AC1}" srcId="{A346FF1D-FAEC-4FD0-B489-DD84585A15C5}" destId="{A0D16DAF-7268-4D25-8F14-A7D6C8C2345E}" srcOrd="0" destOrd="0" parTransId="{102A153A-2F8E-43AF-A8DE-03C224744460}" sibTransId="{F2CCEEE2-FC27-404E-AEA4-E9815658084F}"/>
    <dgm:cxn modelId="{8065EFFB-0643-49EA-A580-E7EF6AB53048}" srcId="{A346FF1D-FAEC-4FD0-B489-DD84585A15C5}" destId="{09A3FA48-8BC3-4BF4-AA13-B7BF4146507F}" srcOrd="1" destOrd="0" parTransId="{3D0800CC-A3D4-4FEC-A0EF-9579624967BF}" sibTransId="{509524E5-0615-41E5-8371-CB2FCC6C714E}"/>
    <dgm:cxn modelId="{57627578-68DB-4FD0-8A88-0A8E16566788}" type="presParOf" srcId="{569ABA2C-D4B0-43F8-9528-2B047569E10B}" destId="{3156932A-0293-4B1C-B2A5-861AD5D780E4}" srcOrd="0" destOrd="0" presId="urn:microsoft.com/office/officeart/2005/8/layout/hProcess9"/>
    <dgm:cxn modelId="{C6A81487-377D-4747-B165-ED848446D9A7}" type="presParOf" srcId="{569ABA2C-D4B0-43F8-9528-2B047569E10B}" destId="{27A70FBC-42BF-420B-859C-ADC5906F3714}" srcOrd="1" destOrd="0" presId="urn:microsoft.com/office/officeart/2005/8/layout/hProcess9"/>
    <dgm:cxn modelId="{3E48FE7E-1EC0-4AAA-B8A3-5E619A69A695}" type="presParOf" srcId="{27A70FBC-42BF-420B-859C-ADC5906F3714}" destId="{B3C92FD8-A918-4074-A960-6E6F68FE478B}" srcOrd="0" destOrd="0" presId="urn:microsoft.com/office/officeart/2005/8/layout/hProcess9"/>
    <dgm:cxn modelId="{7063FED7-0B7C-4314-B66A-9F04902D6CDB}" type="presParOf" srcId="{27A70FBC-42BF-420B-859C-ADC5906F3714}" destId="{8663338B-86BF-4E0A-94AE-D56104A8C239}" srcOrd="1" destOrd="0" presId="urn:microsoft.com/office/officeart/2005/8/layout/hProcess9"/>
    <dgm:cxn modelId="{A68811F5-71A5-44F4-8C86-9ECABEFB6581}" type="presParOf" srcId="{27A70FBC-42BF-420B-859C-ADC5906F3714}" destId="{50FABCEB-3A73-499A-889F-2C194192BE8D}" srcOrd="2" destOrd="0" presId="urn:microsoft.com/office/officeart/2005/8/layout/hProcess9"/>
    <dgm:cxn modelId="{3A43EE2C-021F-4D1F-B358-A41413A06FC1}" type="presParOf" srcId="{27A70FBC-42BF-420B-859C-ADC5906F3714}" destId="{AEA9A754-463F-4715-8AF2-6B847912EDB0}" srcOrd="3" destOrd="0" presId="urn:microsoft.com/office/officeart/2005/8/layout/hProcess9"/>
    <dgm:cxn modelId="{ED4897EF-15A0-40A8-A1F8-C604AC50C174}" type="presParOf" srcId="{27A70FBC-42BF-420B-859C-ADC5906F3714}" destId="{E980882F-7F7D-4B33-A3AF-5E3E33CD500F}" srcOrd="4" destOrd="0" presId="urn:microsoft.com/office/officeart/2005/8/layout/hProcess9"/>
    <dgm:cxn modelId="{B30A9D03-6983-4912-B15C-651DDF300D32}" type="presParOf" srcId="{27A70FBC-42BF-420B-859C-ADC5906F3714}" destId="{F8FB354B-E24B-4501-974C-5923E757EB3F}" srcOrd="5" destOrd="0" presId="urn:microsoft.com/office/officeart/2005/8/layout/hProcess9"/>
    <dgm:cxn modelId="{F16A4B58-1D59-4C7F-9838-6B6822E57204}" type="presParOf" srcId="{27A70FBC-42BF-420B-859C-ADC5906F3714}" destId="{9FE83648-C2D9-4C82-8AC1-F1D36379B475}" srcOrd="6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5B1736-9AC9-4F6E-9541-24383CE93665}">
      <dsp:nvSpPr>
        <dsp:cNvPr id="0" name=""/>
        <dsp:cNvSpPr/>
      </dsp:nvSpPr>
      <dsp:spPr>
        <a:xfrm>
          <a:off x="0" y="737640"/>
          <a:ext cx="2186867" cy="131212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solidFill>
                <a:schemeClr val="tx1"/>
              </a:solidFill>
              <a:latin typeface="Arial"/>
            </a:rPr>
            <a:t>•</a:t>
          </a:r>
          <a:r>
            <a:rPr lang="en-US" sz="2200" kern="1200" dirty="0">
              <a:solidFill>
                <a:schemeClr val="tx1"/>
              </a:solidFill>
              <a:latin typeface="Calibri"/>
              <a:ea typeface="Calibri"/>
              <a:cs typeface="Calibri"/>
            </a:rPr>
            <a:t>Step 1: Assistant asks for account number.</a:t>
          </a:r>
          <a:endParaRPr lang="en-US" sz="2200" kern="1200" dirty="0">
            <a:solidFill>
              <a:schemeClr val="tx1"/>
            </a:solidFill>
            <a:latin typeface="Arial"/>
          </a:endParaRPr>
        </a:p>
      </dsp:txBody>
      <dsp:txXfrm>
        <a:off x="0" y="737640"/>
        <a:ext cx="2186867" cy="1312120"/>
      </dsp:txXfrm>
    </dsp:sp>
    <dsp:sp modelId="{3F44AC46-5837-40E4-AA88-EBBAEB569A04}">
      <dsp:nvSpPr>
        <dsp:cNvPr id="0" name=""/>
        <dsp:cNvSpPr/>
      </dsp:nvSpPr>
      <dsp:spPr>
        <a:xfrm>
          <a:off x="2405554" y="737640"/>
          <a:ext cx="2186867" cy="131212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solidFill>
                <a:schemeClr val="tx1"/>
              </a:solidFill>
              <a:latin typeface="Arial"/>
            </a:rPr>
            <a:t>•</a:t>
          </a:r>
          <a:r>
            <a:rPr lang="en-US" sz="2200" kern="1200" dirty="0">
              <a:solidFill>
                <a:schemeClr val="tx1"/>
              </a:solidFill>
              <a:latin typeface="Calibri"/>
              <a:ea typeface="Calibri"/>
              <a:cs typeface="Calibri"/>
            </a:rPr>
            <a:t>Customer Response Type: Free Text</a:t>
          </a:r>
          <a:endParaRPr lang="en-US" sz="2200" kern="1200" dirty="0">
            <a:solidFill>
              <a:schemeClr val="tx1"/>
            </a:solidFill>
          </a:endParaRPr>
        </a:p>
      </dsp:txBody>
      <dsp:txXfrm>
        <a:off x="2405554" y="737640"/>
        <a:ext cx="2186867" cy="1312120"/>
      </dsp:txXfrm>
    </dsp:sp>
    <dsp:sp modelId="{F85BD758-EF35-497A-B70F-B1C0CFEFD1D1}">
      <dsp:nvSpPr>
        <dsp:cNvPr id="0" name=""/>
        <dsp:cNvSpPr/>
      </dsp:nvSpPr>
      <dsp:spPr>
        <a:xfrm>
          <a:off x="4811108" y="737640"/>
          <a:ext cx="2186867" cy="131212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solidFill>
                <a:schemeClr val="tx1"/>
              </a:solidFill>
              <a:latin typeface="Arial"/>
            </a:rPr>
            <a:t>•</a:t>
          </a:r>
          <a:r>
            <a:rPr lang="en-US" sz="2200" kern="1200" dirty="0">
              <a:solidFill>
                <a:schemeClr val="tx1"/>
              </a:solidFill>
              <a:latin typeface="Calibri"/>
              <a:ea typeface="Calibri"/>
              <a:cs typeface="Calibri"/>
            </a:rPr>
            <a:t>Variable: </a:t>
          </a:r>
          <a:r>
            <a:rPr lang="en-US" sz="2200" kern="1200" dirty="0" err="1">
              <a:solidFill>
                <a:schemeClr val="tx1"/>
              </a:solidFill>
              <a:latin typeface="Calibri"/>
              <a:ea typeface="Calibri"/>
              <a:cs typeface="Calibri"/>
            </a:rPr>
            <a:t>account_number</a:t>
          </a:r>
          <a:endParaRPr lang="en-US" sz="2200" kern="1200" dirty="0">
            <a:solidFill>
              <a:schemeClr val="tx1"/>
            </a:solidFill>
          </a:endParaRPr>
        </a:p>
      </dsp:txBody>
      <dsp:txXfrm>
        <a:off x="4811108" y="737640"/>
        <a:ext cx="2186867" cy="1312120"/>
      </dsp:txXfrm>
    </dsp:sp>
    <dsp:sp modelId="{93D671A5-C9A8-42AF-8A34-49F6B98AAB5F}">
      <dsp:nvSpPr>
        <dsp:cNvPr id="0" name=""/>
        <dsp:cNvSpPr/>
      </dsp:nvSpPr>
      <dsp:spPr>
        <a:xfrm>
          <a:off x="1202777" y="2268447"/>
          <a:ext cx="2186867" cy="131212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solidFill>
                <a:schemeClr val="tx1"/>
              </a:solidFill>
              <a:latin typeface="Arial"/>
            </a:rPr>
            <a:t>•</a:t>
          </a:r>
          <a:r>
            <a:rPr lang="en-US" sz="2200" kern="1200" dirty="0">
              <a:solidFill>
                <a:schemeClr val="tx1"/>
              </a:solidFill>
              <a:latin typeface="Calibri"/>
              <a:ea typeface="Calibri"/>
              <a:cs typeface="Calibri"/>
            </a:rPr>
            <a:t>Privacy: Enabled</a:t>
          </a:r>
          <a:endParaRPr lang="en-US" sz="2200" kern="1200" dirty="0">
            <a:solidFill>
              <a:schemeClr val="tx1"/>
            </a:solidFill>
          </a:endParaRPr>
        </a:p>
      </dsp:txBody>
      <dsp:txXfrm>
        <a:off x="1202777" y="2268447"/>
        <a:ext cx="2186867" cy="1312120"/>
      </dsp:txXfrm>
    </dsp:sp>
    <dsp:sp modelId="{B6C9B826-7579-4A78-A6D5-7B6102D3332D}">
      <dsp:nvSpPr>
        <dsp:cNvPr id="0" name=""/>
        <dsp:cNvSpPr/>
      </dsp:nvSpPr>
      <dsp:spPr>
        <a:xfrm>
          <a:off x="3608331" y="2268447"/>
          <a:ext cx="2186867" cy="131212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solidFill>
                <a:schemeClr val="tx1"/>
              </a:solidFill>
              <a:latin typeface="Arial"/>
            </a:rPr>
            <a:t>•</a:t>
          </a:r>
          <a:r>
            <a:rPr lang="en-US" sz="2200" kern="1200" dirty="0">
              <a:solidFill>
                <a:schemeClr val="tx1"/>
              </a:solidFill>
              <a:latin typeface="Calibri"/>
              <a:ea typeface="Calibri"/>
              <a:cs typeface="Calibri"/>
            </a:rPr>
            <a:t>Step 2: Assistant displays account balance.</a:t>
          </a:r>
          <a:endParaRPr lang="en-US" sz="2200" kern="1200" dirty="0">
            <a:solidFill>
              <a:schemeClr val="tx1"/>
            </a:solidFill>
          </a:endParaRPr>
        </a:p>
      </dsp:txBody>
      <dsp:txXfrm>
        <a:off x="3608331" y="2268447"/>
        <a:ext cx="2186867" cy="131212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7C100C-C2E6-40E0-915E-9509CF055A7F}">
      <dsp:nvSpPr>
        <dsp:cNvPr id="0" name=""/>
        <dsp:cNvSpPr/>
      </dsp:nvSpPr>
      <dsp:spPr>
        <a:xfrm>
          <a:off x="6522" y="534228"/>
          <a:ext cx="1949518" cy="1169711"/>
        </a:xfrm>
        <a:prstGeom prst="roundRect">
          <a:avLst>
            <a:gd name="adj" fmla="val 10000"/>
          </a:avLst>
        </a:prstGeom>
        <a:solidFill>
          <a:schemeClr val="accent3">
            <a:shade val="8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Arial"/>
            </a:rPr>
            <a:t>•</a:t>
          </a:r>
          <a:r>
            <a:rPr lang="en-US" sz="1800" kern="1200" dirty="0">
              <a:latin typeface="Calibri"/>
              <a:ea typeface="Calibri"/>
              <a:cs typeface="Calibri"/>
            </a:rPr>
            <a:t>Step 1: Collect </a:t>
          </a:r>
          <a:r>
            <a:rPr lang="en-US" sz="1800" kern="1200" dirty="0" err="1">
              <a:latin typeface="Calibri"/>
              <a:ea typeface="Calibri"/>
              <a:cs typeface="Calibri"/>
            </a:rPr>
            <a:t>account_number</a:t>
          </a:r>
          <a:endParaRPr lang="en-US" sz="1800" kern="1200" dirty="0" err="1">
            <a:latin typeface="Arial"/>
          </a:endParaRPr>
        </a:p>
      </dsp:txBody>
      <dsp:txXfrm>
        <a:off x="40782" y="568488"/>
        <a:ext cx="1880998" cy="1101191"/>
      </dsp:txXfrm>
    </dsp:sp>
    <dsp:sp modelId="{0E8F2EA6-A2E6-4D59-9126-3295BFECDAAB}">
      <dsp:nvSpPr>
        <dsp:cNvPr id="0" name=""/>
        <dsp:cNvSpPr/>
      </dsp:nvSpPr>
      <dsp:spPr>
        <a:xfrm>
          <a:off x="2127598" y="877343"/>
          <a:ext cx="413297" cy="483480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shade val="9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>
        <a:off x="2127598" y="974039"/>
        <a:ext cx="289308" cy="290088"/>
      </dsp:txXfrm>
    </dsp:sp>
    <dsp:sp modelId="{28491D85-AF02-4EC5-8A1E-4A3C5AD48A78}">
      <dsp:nvSpPr>
        <dsp:cNvPr id="0" name=""/>
        <dsp:cNvSpPr/>
      </dsp:nvSpPr>
      <dsp:spPr>
        <a:xfrm>
          <a:off x="2735848" y="534228"/>
          <a:ext cx="1949518" cy="1169711"/>
        </a:xfrm>
        <a:prstGeom prst="roundRect">
          <a:avLst>
            <a:gd name="adj" fmla="val 10000"/>
          </a:avLst>
        </a:prstGeom>
        <a:solidFill>
          <a:schemeClr val="accent3">
            <a:shade val="80000"/>
            <a:hueOff val="58397"/>
            <a:satOff val="621"/>
            <a:lumOff val="622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latin typeface="Arial"/>
            </a:rPr>
            <a:t>•</a:t>
          </a:r>
          <a:r>
            <a:rPr lang="en-US" sz="1800" kern="1200">
              <a:latin typeface="Calibri"/>
              <a:ea typeface="Calibri"/>
              <a:cs typeface="Calibri"/>
            </a:rPr>
            <a:t>Step 2: Collect </a:t>
          </a:r>
          <a:r>
            <a:rPr lang="en-US" sz="1800" kern="1200" err="1">
              <a:latin typeface="Calibri"/>
              <a:ea typeface="Calibri"/>
              <a:cs typeface="Calibri"/>
            </a:rPr>
            <a:t>recipient_account</a:t>
          </a:r>
          <a:endParaRPr lang="en-US" sz="1800" kern="1200" err="1"/>
        </a:p>
      </dsp:txBody>
      <dsp:txXfrm>
        <a:off x="2770108" y="568488"/>
        <a:ext cx="1880998" cy="1101191"/>
      </dsp:txXfrm>
    </dsp:sp>
    <dsp:sp modelId="{8E870A35-7956-4FFE-AF48-F223FC2F7E00}">
      <dsp:nvSpPr>
        <dsp:cNvPr id="0" name=""/>
        <dsp:cNvSpPr/>
      </dsp:nvSpPr>
      <dsp:spPr>
        <a:xfrm>
          <a:off x="4856924" y="877343"/>
          <a:ext cx="413297" cy="483480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shade val="90000"/>
            <a:hueOff val="77868"/>
            <a:satOff val="-905"/>
            <a:lumOff val="7363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>
        <a:off x="4856924" y="974039"/>
        <a:ext cx="289308" cy="290088"/>
      </dsp:txXfrm>
    </dsp:sp>
    <dsp:sp modelId="{0E8C658D-E246-480B-A937-FDEE13FFC7C9}">
      <dsp:nvSpPr>
        <dsp:cNvPr id="0" name=""/>
        <dsp:cNvSpPr/>
      </dsp:nvSpPr>
      <dsp:spPr>
        <a:xfrm>
          <a:off x="5465174" y="534228"/>
          <a:ext cx="1949518" cy="1169711"/>
        </a:xfrm>
        <a:prstGeom prst="roundRect">
          <a:avLst>
            <a:gd name="adj" fmla="val 10000"/>
          </a:avLst>
        </a:prstGeom>
        <a:solidFill>
          <a:schemeClr val="accent3">
            <a:shade val="80000"/>
            <a:hueOff val="116794"/>
            <a:satOff val="1242"/>
            <a:lumOff val="1244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latin typeface="Arial"/>
            </a:rPr>
            <a:t>•</a:t>
          </a:r>
          <a:r>
            <a:rPr lang="en-US" sz="1800" kern="1200">
              <a:latin typeface="Calibri"/>
              <a:ea typeface="Calibri"/>
              <a:cs typeface="Calibri"/>
            </a:rPr>
            <a:t>Step 3: Collect </a:t>
          </a:r>
          <a:r>
            <a:rPr lang="en-US" sz="1800" kern="1200" err="1">
              <a:latin typeface="Calibri"/>
              <a:ea typeface="Calibri"/>
              <a:cs typeface="Calibri"/>
            </a:rPr>
            <a:t>transfer_amount</a:t>
          </a:r>
          <a:r>
            <a:rPr lang="en-US" sz="1800" kern="1200">
              <a:latin typeface="Calibri"/>
              <a:ea typeface="Calibri"/>
              <a:cs typeface="Calibri"/>
            </a:rPr>
            <a:t> (Number type)</a:t>
          </a:r>
          <a:endParaRPr lang="en-US" sz="1800" kern="1200"/>
        </a:p>
      </dsp:txBody>
      <dsp:txXfrm>
        <a:off x="5499434" y="568488"/>
        <a:ext cx="1880998" cy="1101191"/>
      </dsp:txXfrm>
    </dsp:sp>
    <dsp:sp modelId="{7A323F61-2CE4-4CD0-8325-99C648A02313}">
      <dsp:nvSpPr>
        <dsp:cNvPr id="0" name=""/>
        <dsp:cNvSpPr/>
      </dsp:nvSpPr>
      <dsp:spPr>
        <a:xfrm rot="5400000">
          <a:off x="6233285" y="1840405"/>
          <a:ext cx="413297" cy="483480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shade val="90000"/>
            <a:hueOff val="155736"/>
            <a:satOff val="-1809"/>
            <a:lumOff val="14727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 rot="-5400000">
        <a:off x="6294890" y="1875497"/>
        <a:ext cx="290088" cy="289308"/>
      </dsp:txXfrm>
    </dsp:sp>
    <dsp:sp modelId="{BD3217AB-B6B4-40BC-9007-0011E17F03F6}">
      <dsp:nvSpPr>
        <dsp:cNvPr id="0" name=""/>
        <dsp:cNvSpPr/>
      </dsp:nvSpPr>
      <dsp:spPr>
        <a:xfrm>
          <a:off x="5465174" y="2483746"/>
          <a:ext cx="1949518" cy="1169711"/>
        </a:xfrm>
        <a:prstGeom prst="roundRect">
          <a:avLst>
            <a:gd name="adj" fmla="val 10000"/>
          </a:avLst>
        </a:prstGeom>
        <a:solidFill>
          <a:schemeClr val="accent3">
            <a:shade val="80000"/>
            <a:hueOff val="175191"/>
            <a:satOff val="1863"/>
            <a:lumOff val="186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Arial"/>
            </a:rPr>
            <a:t>•</a:t>
          </a:r>
          <a:r>
            <a:rPr lang="en-US" sz="1800" kern="1200" dirty="0">
              <a:latin typeface="Calibri"/>
              <a:ea typeface="Calibri"/>
              <a:cs typeface="Calibri"/>
            </a:rPr>
            <a:t>Step 4: Confirmation (Yes/No options)</a:t>
          </a:r>
          <a:endParaRPr lang="en-US" sz="1800" kern="1200" dirty="0"/>
        </a:p>
      </dsp:txBody>
      <dsp:txXfrm>
        <a:off x="5499434" y="2518006"/>
        <a:ext cx="1880998" cy="1101191"/>
      </dsp:txXfrm>
    </dsp:sp>
    <dsp:sp modelId="{37F37454-40FA-4AF3-B2F8-AB01CFFEE4E3}">
      <dsp:nvSpPr>
        <dsp:cNvPr id="0" name=""/>
        <dsp:cNvSpPr/>
      </dsp:nvSpPr>
      <dsp:spPr>
        <a:xfrm rot="10800000">
          <a:off x="4880319" y="2826862"/>
          <a:ext cx="413297" cy="483480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shade val="90000"/>
            <a:hueOff val="233604"/>
            <a:satOff val="-2714"/>
            <a:lumOff val="2209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 rot="10800000">
        <a:off x="5004308" y="2923558"/>
        <a:ext cx="289308" cy="290088"/>
      </dsp:txXfrm>
    </dsp:sp>
    <dsp:sp modelId="{CDD1FE69-0D91-4A83-A7BA-FCEC5895A637}">
      <dsp:nvSpPr>
        <dsp:cNvPr id="0" name=""/>
        <dsp:cNvSpPr/>
      </dsp:nvSpPr>
      <dsp:spPr>
        <a:xfrm>
          <a:off x="2735848" y="2483746"/>
          <a:ext cx="1949518" cy="1169711"/>
        </a:xfrm>
        <a:prstGeom prst="roundRect">
          <a:avLst>
            <a:gd name="adj" fmla="val 10000"/>
          </a:avLst>
        </a:prstGeom>
        <a:solidFill>
          <a:schemeClr val="accent3">
            <a:shade val="80000"/>
            <a:hueOff val="233588"/>
            <a:satOff val="2484"/>
            <a:lumOff val="2488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Arial"/>
            </a:rPr>
            <a:t>•</a:t>
          </a:r>
          <a:r>
            <a:rPr lang="en-US" sz="1800" kern="1200" dirty="0">
              <a:latin typeface="Calibri"/>
              <a:ea typeface="Calibri"/>
              <a:cs typeface="Calibri"/>
            </a:rPr>
            <a:t>Condition-based final response.</a:t>
          </a:r>
          <a:endParaRPr lang="en-US" sz="1800" kern="1200" dirty="0"/>
        </a:p>
      </dsp:txBody>
      <dsp:txXfrm>
        <a:off x="2770108" y="2518006"/>
        <a:ext cx="1880998" cy="110119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56932A-0293-4B1C-B2A5-861AD5D780E4}">
      <dsp:nvSpPr>
        <dsp:cNvPr id="0" name=""/>
        <dsp:cNvSpPr/>
      </dsp:nvSpPr>
      <dsp:spPr>
        <a:xfrm>
          <a:off x="424701" y="0"/>
          <a:ext cx="4813278" cy="4437822"/>
        </a:xfrm>
        <a:prstGeom prst="rightArrow">
          <a:avLst/>
        </a:prstGeom>
        <a:solidFill>
          <a:schemeClr val="accent2">
            <a:tint val="5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3C92FD8-A918-4074-A960-6E6F68FE478B}">
      <dsp:nvSpPr>
        <dsp:cNvPr id="0" name=""/>
        <dsp:cNvSpPr/>
      </dsp:nvSpPr>
      <dsp:spPr>
        <a:xfrm>
          <a:off x="2834" y="1331346"/>
          <a:ext cx="1363135" cy="1775128"/>
        </a:xfrm>
        <a:prstGeom prst="roundRect">
          <a:avLst/>
        </a:prstGeom>
        <a:solidFill>
          <a:schemeClr val="accent2">
            <a:shade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>
              <a:latin typeface="Calibri"/>
              <a:ea typeface="Calibri"/>
              <a:cs typeface="Calibri"/>
            </a:rPr>
            <a:t>User</a:t>
          </a:r>
          <a:endParaRPr lang="en-US" sz="2200" kern="1200">
            <a:latin typeface="Arial"/>
          </a:endParaRPr>
        </a:p>
      </dsp:txBody>
      <dsp:txXfrm>
        <a:off x="69377" y="1397889"/>
        <a:ext cx="1230049" cy="1642042"/>
      </dsp:txXfrm>
    </dsp:sp>
    <dsp:sp modelId="{50FABCEB-3A73-499A-889F-2C194192BE8D}">
      <dsp:nvSpPr>
        <dsp:cNvPr id="0" name=""/>
        <dsp:cNvSpPr/>
      </dsp:nvSpPr>
      <dsp:spPr>
        <a:xfrm>
          <a:off x="1434126" y="1331346"/>
          <a:ext cx="1363135" cy="1775128"/>
        </a:xfrm>
        <a:prstGeom prst="roundRect">
          <a:avLst/>
        </a:prstGeom>
        <a:solidFill>
          <a:schemeClr val="accent2">
            <a:shade val="50000"/>
            <a:hueOff val="-165577"/>
            <a:satOff val="630"/>
            <a:lumOff val="218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latin typeface="Calibri"/>
              <a:ea typeface="Calibri"/>
              <a:cs typeface="Calibri"/>
            </a:rPr>
            <a:t>IBM watsonx Assistant</a:t>
          </a:r>
          <a:endParaRPr lang="en-US" sz="2200" kern="1200" dirty="0">
            <a:latin typeface="Arial"/>
          </a:endParaRPr>
        </a:p>
      </dsp:txBody>
      <dsp:txXfrm>
        <a:off x="1500669" y="1397889"/>
        <a:ext cx="1230049" cy="1642042"/>
      </dsp:txXfrm>
    </dsp:sp>
    <dsp:sp modelId="{E980882F-7F7D-4B33-A3AF-5E3E33CD500F}">
      <dsp:nvSpPr>
        <dsp:cNvPr id="0" name=""/>
        <dsp:cNvSpPr/>
      </dsp:nvSpPr>
      <dsp:spPr>
        <a:xfrm>
          <a:off x="2865418" y="1331346"/>
          <a:ext cx="1363135" cy="1775128"/>
        </a:xfrm>
        <a:prstGeom prst="roundRect">
          <a:avLst/>
        </a:prstGeom>
        <a:solidFill>
          <a:schemeClr val="accent2">
            <a:shade val="50000"/>
            <a:hueOff val="-331154"/>
            <a:satOff val="1259"/>
            <a:lumOff val="4373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latin typeface="Calibri"/>
              <a:ea typeface="Calibri"/>
              <a:cs typeface="Calibri"/>
            </a:rPr>
            <a:t>(Actions Engine)</a:t>
          </a:r>
          <a:endParaRPr lang="en-US" sz="2200" kern="1200" dirty="0"/>
        </a:p>
      </dsp:txBody>
      <dsp:txXfrm>
        <a:off x="2931961" y="1397889"/>
        <a:ext cx="1230049" cy="1642042"/>
      </dsp:txXfrm>
    </dsp:sp>
    <dsp:sp modelId="{9FE83648-C2D9-4C82-8AC1-F1D36379B475}">
      <dsp:nvSpPr>
        <dsp:cNvPr id="0" name=""/>
        <dsp:cNvSpPr/>
      </dsp:nvSpPr>
      <dsp:spPr>
        <a:xfrm>
          <a:off x="4296711" y="1331346"/>
          <a:ext cx="1363135" cy="1775128"/>
        </a:xfrm>
        <a:prstGeom prst="roundRect">
          <a:avLst/>
        </a:prstGeom>
        <a:solidFill>
          <a:schemeClr val="accent2">
            <a:shade val="50000"/>
            <a:hueOff val="-165577"/>
            <a:satOff val="630"/>
            <a:lumOff val="218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latin typeface="Calibri"/>
              <a:ea typeface="Calibri"/>
              <a:cs typeface="Calibri"/>
            </a:rPr>
            <a:t>Banking System / Database</a:t>
          </a:r>
          <a:endParaRPr lang="en-US" sz="2200" kern="1200" dirty="0">
            <a:latin typeface="Arial"/>
          </a:endParaRPr>
        </a:p>
      </dsp:txBody>
      <dsp:txXfrm>
        <a:off x="4363254" y="1397889"/>
        <a:ext cx="1230049" cy="164204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6C669D0-F8F9-909F-F36A-221EAC74246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61AC27-49A0-3B4C-5F49-D6641499EF0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B2F45D-55D9-47BA-9640-E7EB1024F606}" type="datetimeFigureOut">
              <a:rPr lang="en-US" smtClean="0"/>
              <a:t>3/8/2026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7AD1BD-C6AD-D1DF-596E-659165024C3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BA659A-33FC-973A-2DD5-89A959CA8CD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4A2DCA-E9F6-4345-9316-BF42F09A2C3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566911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99C6F8-5F98-E04A-B725-72D1A5FE8444}" type="datetimeFigureOut">
              <a:rPr lang="en-US" smtClean="0"/>
              <a:t>3/8/2026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5A9608-B288-5444-9C81-49B56A597B1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1778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2161BAA5-48F7-7727-F9D9-CE83907FFB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918140 w 12192000"/>
              <a:gd name="connsiteY1" fmla="*/ 0 h 6858000"/>
              <a:gd name="connsiteX2" fmla="*/ 918140 w 12192000"/>
              <a:gd name="connsiteY2" fmla="*/ 1010539 h 6858000"/>
              <a:gd name="connsiteX3" fmla="*/ 1195741 w 12192000"/>
              <a:gd name="connsiteY3" fmla="*/ 1288140 h 6858000"/>
              <a:gd name="connsiteX4" fmla="*/ 6043842 w 12192000"/>
              <a:gd name="connsiteY4" fmla="*/ 1288140 h 6858000"/>
              <a:gd name="connsiteX5" fmla="*/ 6321443 w 12192000"/>
              <a:gd name="connsiteY5" fmla="*/ 1010539 h 6858000"/>
              <a:gd name="connsiteX6" fmla="*/ 6321443 w 12192000"/>
              <a:gd name="connsiteY6" fmla="*/ 0 h 6858000"/>
              <a:gd name="connsiteX7" fmla="*/ 12192000 w 12192000"/>
              <a:gd name="connsiteY7" fmla="*/ 0 h 6858000"/>
              <a:gd name="connsiteX8" fmla="*/ 12192000 w 12192000"/>
              <a:gd name="connsiteY8" fmla="*/ 6858000 h 6858000"/>
              <a:gd name="connsiteX9" fmla="*/ 6283982 w 12192000"/>
              <a:gd name="connsiteY9" fmla="*/ 6858000 h 6858000"/>
              <a:gd name="connsiteX10" fmla="*/ 6283982 w 12192000"/>
              <a:gd name="connsiteY10" fmla="*/ 6429590 h 6858000"/>
              <a:gd name="connsiteX11" fmla="*/ 6058926 w 12192000"/>
              <a:gd name="connsiteY11" fmla="*/ 6204534 h 6858000"/>
              <a:gd name="connsiteX12" fmla="*/ 1105735 w 12192000"/>
              <a:gd name="connsiteY12" fmla="*/ 6204534 h 6858000"/>
              <a:gd name="connsiteX13" fmla="*/ 880679 w 12192000"/>
              <a:gd name="connsiteY13" fmla="*/ 6429590 h 6858000"/>
              <a:gd name="connsiteX14" fmla="*/ 880679 w 12192000"/>
              <a:gd name="connsiteY14" fmla="*/ 6858000 h 6858000"/>
              <a:gd name="connsiteX15" fmla="*/ 0 w 12192000"/>
              <a:gd name="connsiteY15" fmla="*/ 6858000 h 6858000"/>
              <a:gd name="connsiteX16" fmla="*/ 0 w 12192000"/>
              <a:gd name="connsiteY16" fmla="*/ 0 h 6858000"/>
              <a:gd name="connsiteX17" fmla="*/ 1138655 w 12192000"/>
              <a:gd name="connsiteY17" fmla="*/ 1746908 h 6858000"/>
              <a:gd name="connsiteX18" fmla="*/ 913599 w 12192000"/>
              <a:gd name="connsiteY18" fmla="*/ 1971964 h 6858000"/>
              <a:gd name="connsiteX19" fmla="*/ 913599 w 12192000"/>
              <a:gd name="connsiteY19" fmla="*/ 5520711 h 6858000"/>
              <a:gd name="connsiteX20" fmla="*/ 1138655 w 12192000"/>
              <a:gd name="connsiteY20" fmla="*/ 5745767 h 6858000"/>
              <a:gd name="connsiteX21" fmla="*/ 6091846 w 12192000"/>
              <a:gd name="connsiteY21" fmla="*/ 5745767 h 6858000"/>
              <a:gd name="connsiteX22" fmla="*/ 6316902 w 12192000"/>
              <a:gd name="connsiteY22" fmla="*/ 5520711 h 6858000"/>
              <a:gd name="connsiteX23" fmla="*/ 6316902 w 12192000"/>
              <a:gd name="connsiteY23" fmla="*/ 1971964 h 6858000"/>
              <a:gd name="connsiteX24" fmla="*/ 6091846 w 12192000"/>
              <a:gd name="connsiteY24" fmla="*/ 1746908 h 6858000"/>
              <a:gd name="connsiteX25" fmla="*/ 1138655 w 12192000"/>
              <a:gd name="connsiteY25" fmla="*/ 174690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918140" y="0"/>
                </a:lnTo>
                <a:lnTo>
                  <a:pt x="918140" y="1010539"/>
                </a:lnTo>
                <a:cubicBezTo>
                  <a:pt x="918140" y="1163854"/>
                  <a:pt x="1042426" y="1288140"/>
                  <a:pt x="1195741" y="1288140"/>
                </a:cubicBezTo>
                <a:lnTo>
                  <a:pt x="6043842" y="1288140"/>
                </a:lnTo>
                <a:cubicBezTo>
                  <a:pt x="6197157" y="1288140"/>
                  <a:pt x="6321443" y="1163854"/>
                  <a:pt x="6321443" y="1010539"/>
                </a:cubicBezTo>
                <a:lnTo>
                  <a:pt x="6321443" y="0"/>
                </a:lnTo>
                <a:lnTo>
                  <a:pt x="12192000" y="0"/>
                </a:lnTo>
                <a:lnTo>
                  <a:pt x="12192000" y="6858000"/>
                </a:lnTo>
                <a:lnTo>
                  <a:pt x="6283982" y="6858000"/>
                </a:lnTo>
                <a:lnTo>
                  <a:pt x="6283982" y="6429590"/>
                </a:lnTo>
                <a:cubicBezTo>
                  <a:pt x="6283982" y="6305295"/>
                  <a:pt x="6183221" y="6204534"/>
                  <a:pt x="6058926" y="6204534"/>
                </a:cubicBezTo>
                <a:lnTo>
                  <a:pt x="1105735" y="6204534"/>
                </a:lnTo>
                <a:cubicBezTo>
                  <a:pt x="981440" y="6204534"/>
                  <a:pt x="880679" y="6305295"/>
                  <a:pt x="880679" y="6429590"/>
                </a:cubicBezTo>
                <a:lnTo>
                  <a:pt x="880679" y="6858000"/>
                </a:lnTo>
                <a:lnTo>
                  <a:pt x="0" y="6858000"/>
                </a:lnTo>
                <a:lnTo>
                  <a:pt x="0" y="0"/>
                </a:lnTo>
                <a:close/>
                <a:moveTo>
                  <a:pt x="1138655" y="1746908"/>
                </a:moveTo>
                <a:cubicBezTo>
                  <a:pt x="1014360" y="1746908"/>
                  <a:pt x="913599" y="1847669"/>
                  <a:pt x="913599" y="1971964"/>
                </a:cubicBezTo>
                <a:lnTo>
                  <a:pt x="913599" y="5520711"/>
                </a:lnTo>
                <a:cubicBezTo>
                  <a:pt x="913599" y="5645006"/>
                  <a:pt x="1014360" y="5745767"/>
                  <a:pt x="1138655" y="5745767"/>
                </a:cubicBezTo>
                <a:lnTo>
                  <a:pt x="6091846" y="5745767"/>
                </a:lnTo>
                <a:cubicBezTo>
                  <a:pt x="6216141" y="5745767"/>
                  <a:pt x="6316902" y="5645006"/>
                  <a:pt x="6316902" y="5520711"/>
                </a:cubicBezTo>
                <a:lnTo>
                  <a:pt x="6316902" y="1971964"/>
                </a:lnTo>
                <a:cubicBezTo>
                  <a:pt x="6316902" y="1847669"/>
                  <a:pt x="6216141" y="1746908"/>
                  <a:pt x="6091846" y="1746908"/>
                </a:cubicBezTo>
                <a:lnTo>
                  <a:pt x="1138655" y="17469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064ED4F-0011-0734-A8CE-F357C9B3CB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823776" y="0"/>
            <a:ext cx="1671551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AC40BC2-4799-E79D-1CFD-4A82C90A1D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96936" y="0"/>
            <a:ext cx="45720" cy="6858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D7662E9-6C4B-1DCF-4FA0-9D0E52069D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4800" y="273843"/>
            <a:ext cx="11571890" cy="631031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025232" y="463974"/>
            <a:ext cx="4217424" cy="3709195"/>
          </a:xfrm>
        </p:spPr>
        <p:txBody>
          <a:bodyPr anchor="b">
            <a:normAutofit/>
          </a:bodyPr>
          <a:lstStyle>
            <a:lvl1pPr algn="l">
              <a:defRPr sz="4800" b="1" spc="-15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E2C7390-A781-021E-CEDA-D9040304381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20158" y="1741488"/>
            <a:ext cx="5394960" cy="3997325"/>
          </a:xfrm>
          <a:prstGeom prst="roundRect">
            <a:avLst>
              <a:gd name="adj" fmla="val 5229"/>
            </a:avLst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icon to add picture </a:t>
            </a:r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8">
            <a:extLst>
              <a:ext uri="{FF2B5EF4-FFF2-40B4-BE49-F238E27FC236}">
                <a16:creationId xmlns:a16="http://schemas.microsoft.com/office/drawing/2014/main" id="{F31C49C2-4E92-6564-1A68-190EFACC56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918140 w 12192000"/>
              <a:gd name="connsiteY1" fmla="*/ 0 h 6858000"/>
              <a:gd name="connsiteX2" fmla="*/ 918140 w 12192000"/>
              <a:gd name="connsiteY2" fmla="*/ 1010539 h 6858000"/>
              <a:gd name="connsiteX3" fmla="*/ 1195741 w 12192000"/>
              <a:gd name="connsiteY3" fmla="*/ 1288140 h 6858000"/>
              <a:gd name="connsiteX4" fmla="*/ 6043842 w 12192000"/>
              <a:gd name="connsiteY4" fmla="*/ 1288140 h 6858000"/>
              <a:gd name="connsiteX5" fmla="*/ 6321443 w 12192000"/>
              <a:gd name="connsiteY5" fmla="*/ 1010539 h 6858000"/>
              <a:gd name="connsiteX6" fmla="*/ 6321443 w 12192000"/>
              <a:gd name="connsiteY6" fmla="*/ 0 h 6858000"/>
              <a:gd name="connsiteX7" fmla="*/ 12192000 w 12192000"/>
              <a:gd name="connsiteY7" fmla="*/ 0 h 6858000"/>
              <a:gd name="connsiteX8" fmla="*/ 12192000 w 12192000"/>
              <a:gd name="connsiteY8" fmla="*/ 6858000 h 6858000"/>
              <a:gd name="connsiteX9" fmla="*/ 6283982 w 12192000"/>
              <a:gd name="connsiteY9" fmla="*/ 6858000 h 6858000"/>
              <a:gd name="connsiteX10" fmla="*/ 6283982 w 12192000"/>
              <a:gd name="connsiteY10" fmla="*/ 6429590 h 6858000"/>
              <a:gd name="connsiteX11" fmla="*/ 6058926 w 12192000"/>
              <a:gd name="connsiteY11" fmla="*/ 6204534 h 6858000"/>
              <a:gd name="connsiteX12" fmla="*/ 1105735 w 12192000"/>
              <a:gd name="connsiteY12" fmla="*/ 6204534 h 6858000"/>
              <a:gd name="connsiteX13" fmla="*/ 880679 w 12192000"/>
              <a:gd name="connsiteY13" fmla="*/ 6429590 h 6858000"/>
              <a:gd name="connsiteX14" fmla="*/ 880679 w 12192000"/>
              <a:gd name="connsiteY14" fmla="*/ 6858000 h 6858000"/>
              <a:gd name="connsiteX15" fmla="*/ 0 w 12192000"/>
              <a:gd name="connsiteY15" fmla="*/ 6858000 h 6858000"/>
              <a:gd name="connsiteX16" fmla="*/ 0 w 12192000"/>
              <a:gd name="connsiteY16" fmla="*/ 0 h 6858000"/>
              <a:gd name="connsiteX17" fmla="*/ 1138655 w 12192000"/>
              <a:gd name="connsiteY17" fmla="*/ 1746908 h 6858000"/>
              <a:gd name="connsiteX18" fmla="*/ 913599 w 12192000"/>
              <a:gd name="connsiteY18" fmla="*/ 1971964 h 6858000"/>
              <a:gd name="connsiteX19" fmla="*/ 913599 w 12192000"/>
              <a:gd name="connsiteY19" fmla="*/ 5520711 h 6858000"/>
              <a:gd name="connsiteX20" fmla="*/ 1138655 w 12192000"/>
              <a:gd name="connsiteY20" fmla="*/ 5745767 h 6858000"/>
              <a:gd name="connsiteX21" fmla="*/ 6091846 w 12192000"/>
              <a:gd name="connsiteY21" fmla="*/ 5745767 h 6858000"/>
              <a:gd name="connsiteX22" fmla="*/ 6316902 w 12192000"/>
              <a:gd name="connsiteY22" fmla="*/ 5520711 h 6858000"/>
              <a:gd name="connsiteX23" fmla="*/ 6316902 w 12192000"/>
              <a:gd name="connsiteY23" fmla="*/ 1971964 h 6858000"/>
              <a:gd name="connsiteX24" fmla="*/ 6091846 w 12192000"/>
              <a:gd name="connsiteY24" fmla="*/ 1746908 h 6858000"/>
              <a:gd name="connsiteX25" fmla="*/ 1138655 w 12192000"/>
              <a:gd name="connsiteY25" fmla="*/ 174690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918140" y="0"/>
                </a:lnTo>
                <a:lnTo>
                  <a:pt x="918140" y="1010539"/>
                </a:lnTo>
                <a:cubicBezTo>
                  <a:pt x="918140" y="1163854"/>
                  <a:pt x="1042426" y="1288140"/>
                  <a:pt x="1195741" y="1288140"/>
                </a:cubicBezTo>
                <a:lnTo>
                  <a:pt x="6043842" y="1288140"/>
                </a:lnTo>
                <a:cubicBezTo>
                  <a:pt x="6197157" y="1288140"/>
                  <a:pt x="6321443" y="1163854"/>
                  <a:pt x="6321443" y="1010539"/>
                </a:cubicBezTo>
                <a:lnTo>
                  <a:pt x="6321443" y="0"/>
                </a:lnTo>
                <a:lnTo>
                  <a:pt x="12192000" y="0"/>
                </a:lnTo>
                <a:lnTo>
                  <a:pt x="12192000" y="6858000"/>
                </a:lnTo>
                <a:lnTo>
                  <a:pt x="6283982" y="6858000"/>
                </a:lnTo>
                <a:lnTo>
                  <a:pt x="6283982" y="6429590"/>
                </a:lnTo>
                <a:cubicBezTo>
                  <a:pt x="6283982" y="6305295"/>
                  <a:pt x="6183221" y="6204534"/>
                  <a:pt x="6058926" y="6204534"/>
                </a:cubicBezTo>
                <a:lnTo>
                  <a:pt x="1105735" y="6204534"/>
                </a:lnTo>
                <a:cubicBezTo>
                  <a:pt x="981440" y="6204534"/>
                  <a:pt x="880679" y="6305295"/>
                  <a:pt x="880679" y="6429590"/>
                </a:cubicBezTo>
                <a:lnTo>
                  <a:pt x="880679" y="6858000"/>
                </a:lnTo>
                <a:lnTo>
                  <a:pt x="0" y="6858000"/>
                </a:lnTo>
                <a:lnTo>
                  <a:pt x="0" y="0"/>
                </a:lnTo>
                <a:close/>
                <a:moveTo>
                  <a:pt x="1138655" y="1746908"/>
                </a:moveTo>
                <a:cubicBezTo>
                  <a:pt x="1014360" y="1746908"/>
                  <a:pt x="913599" y="1847669"/>
                  <a:pt x="913599" y="1971964"/>
                </a:cubicBezTo>
                <a:lnTo>
                  <a:pt x="913599" y="5520711"/>
                </a:lnTo>
                <a:cubicBezTo>
                  <a:pt x="913599" y="5645006"/>
                  <a:pt x="1014360" y="5745767"/>
                  <a:pt x="1138655" y="5745767"/>
                </a:cubicBezTo>
                <a:lnTo>
                  <a:pt x="6091846" y="5745767"/>
                </a:lnTo>
                <a:cubicBezTo>
                  <a:pt x="6216141" y="5745767"/>
                  <a:pt x="6316902" y="5645006"/>
                  <a:pt x="6316902" y="5520711"/>
                </a:cubicBezTo>
                <a:lnTo>
                  <a:pt x="6316902" y="1971964"/>
                </a:lnTo>
                <a:cubicBezTo>
                  <a:pt x="6316902" y="1847669"/>
                  <a:pt x="6216141" y="1746908"/>
                  <a:pt x="6091846" y="1746908"/>
                </a:cubicBezTo>
                <a:lnTo>
                  <a:pt x="1138655" y="17469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003C2B3-3873-7FFA-2567-57F2F6ABBF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63334" y="0"/>
            <a:ext cx="300530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3619A50-ADC7-AA30-E96F-D0853D0DD7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265016" y="0"/>
            <a:ext cx="45720" cy="6858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447AC2-F09C-2AC2-0522-F871987D66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4800" y="273843"/>
            <a:ext cx="11571890" cy="631031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7140" y="576470"/>
            <a:ext cx="4831209" cy="2266121"/>
          </a:xfrm>
        </p:spPr>
        <p:txBody>
          <a:bodyPr anchor="ctr">
            <a:normAutofit/>
          </a:bodyPr>
          <a:lstStyle>
            <a:lvl1pPr algn="r">
              <a:defRPr sz="4400" b="0" spc="0" baseline="0"/>
            </a:lvl1pPr>
          </a:lstStyle>
          <a:p>
            <a:endParaRPr lang="en-US" dirty="0"/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7C3A4AA6-1D0C-DE79-F399-33299CB812C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67139" y="3031435"/>
            <a:ext cx="4831209" cy="3478944"/>
          </a:xfrm>
        </p:spPr>
        <p:txBody>
          <a:bodyPr>
            <a:normAutofit/>
          </a:bodyPr>
          <a:lstStyle>
            <a:lvl1pPr marL="0" indent="0" algn="r">
              <a:lnSpc>
                <a:spcPct val="100000"/>
              </a:lnSpc>
              <a:spcBef>
                <a:spcPts val="1000"/>
              </a:spcBef>
              <a:buNone/>
              <a:defRPr sz="2400"/>
            </a:lvl1pPr>
            <a:lvl2pPr marL="457200" indent="0" algn="r">
              <a:lnSpc>
                <a:spcPct val="100000"/>
              </a:lnSpc>
              <a:spcBef>
                <a:spcPts val="1000"/>
              </a:spcBef>
              <a:buNone/>
              <a:defRPr sz="2000"/>
            </a:lvl2pPr>
            <a:lvl3pPr marL="914400" indent="0" algn="r">
              <a:lnSpc>
                <a:spcPct val="100000"/>
              </a:lnSpc>
              <a:spcBef>
                <a:spcPts val="1000"/>
              </a:spcBef>
              <a:buNone/>
              <a:defRPr sz="1800"/>
            </a:lvl3pPr>
            <a:lvl4pPr marL="1371600" indent="0" algn="r">
              <a:lnSpc>
                <a:spcPct val="100000"/>
              </a:lnSpc>
              <a:spcBef>
                <a:spcPts val="1000"/>
              </a:spcBef>
              <a:buNone/>
              <a:defRPr sz="1600"/>
            </a:lvl4pPr>
            <a:lvl5pPr marL="1828800" indent="0" algn="r">
              <a:lnSpc>
                <a:spcPct val="100000"/>
              </a:lnSpc>
              <a:spcBef>
                <a:spcPts val="1000"/>
              </a:spcBef>
              <a:buNone/>
              <a:defRPr sz="16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8ABFB379-CB29-0D42-1349-53B7325212E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890039" y="1751216"/>
            <a:ext cx="5394960" cy="3997325"/>
          </a:xfrm>
          <a:prstGeom prst="roundRect">
            <a:avLst>
              <a:gd name="adj" fmla="val 5229"/>
            </a:avLst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icon to add picture 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1E58A54-F746-59CF-007A-329493EC502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30751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Righ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6A991E4A-E418-E9C0-B35B-0A81DCE3AB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3245" y="-3248"/>
            <a:ext cx="12192000" cy="6858000"/>
          </a:xfrm>
          <a:custGeom>
            <a:avLst/>
            <a:gdLst>
              <a:gd name="connsiteX0" fmla="*/ 1138655 w 12192000"/>
              <a:gd name="connsiteY0" fmla="*/ 1746908 h 6858000"/>
              <a:gd name="connsiteX1" fmla="*/ 913599 w 12192000"/>
              <a:gd name="connsiteY1" fmla="*/ 1971964 h 6858000"/>
              <a:gd name="connsiteX2" fmla="*/ 913599 w 12192000"/>
              <a:gd name="connsiteY2" fmla="*/ 5520711 h 6858000"/>
              <a:gd name="connsiteX3" fmla="*/ 1138655 w 12192000"/>
              <a:gd name="connsiteY3" fmla="*/ 5745767 h 6858000"/>
              <a:gd name="connsiteX4" fmla="*/ 6091846 w 12192000"/>
              <a:gd name="connsiteY4" fmla="*/ 5745767 h 6858000"/>
              <a:gd name="connsiteX5" fmla="*/ 6316902 w 12192000"/>
              <a:gd name="connsiteY5" fmla="*/ 5520711 h 6858000"/>
              <a:gd name="connsiteX6" fmla="*/ 6316902 w 12192000"/>
              <a:gd name="connsiteY6" fmla="*/ 1971964 h 6858000"/>
              <a:gd name="connsiteX7" fmla="*/ 6091846 w 12192000"/>
              <a:gd name="connsiteY7" fmla="*/ 1746908 h 6858000"/>
              <a:gd name="connsiteX8" fmla="*/ 1218461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12184610 w 12192000"/>
              <a:gd name="connsiteY11" fmla="*/ 6858000 h 6858000"/>
              <a:gd name="connsiteX12" fmla="*/ 0 w 12192000"/>
              <a:gd name="connsiteY12" fmla="*/ 0 h 6858000"/>
              <a:gd name="connsiteX13" fmla="*/ 918140 w 12192000"/>
              <a:gd name="connsiteY13" fmla="*/ 0 h 6858000"/>
              <a:gd name="connsiteX14" fmla="*/ 918140 w 12192000"/>
              <a:gd name="connsiteY14" fmla="*/ 1010539 h 6858000"/>
              <a:gd name="connsiteX15" fmla="*/ 1195741 w 12192000"/>
              <a:gd name="connsiteY15" fmla="*/ 1288140 h 6858000"/>
              <a:gd name="connsiteX16" fmla="*/ 6043842 w 12192000"/>
              <a:gd name="connsiteY16" fmla="*/ 1288140 h 6858000"/>
              <a:gd name="connsiteX17" fmla="*/ 6321443 w 12192000"/>
              <a:gd name="connsiteY17" fmla="*/ 1010539 h 6858000"/>
              <a:gd name="connsiteX18" fmla="*/ 6321443 w 12192000"/>
              <a:gd name="connsiteY18" fmla="*/ 0 h 6858000"/>
              <a:gd name="connsiteX19" fmla="*/ 11019692 w 12192000"/>
              <a:gd name="connsiteY19" fmla="*/ 0 h 6858000"/>
              <a:gd name="connsiteX20" fmla="*/ 11019692 w 12192000"/>
              <a:gd name="connsiteY20" fmla="*/ 6858000 h 6858000"/>
              <a:gd name="connsiteX21" fmla="*/ 6283982 w 12192000"/>
              <a:gd name="connsiteY21" fmla="*/ 6858000 h 6858000"/>
              <a:gd name="connsiteX22" fmla="*/ 6283982 w 12192000"/>
              <a:gd name="connsiteY22" fmla="*/ 6429590 h 6858000"/>
              <a:gd name="connsiteX23" fmla="*/ 6058926 w 12192000"/>
              <a:gd name="connsiteY23" fmla="*/ 6204534 h 6858000"/>
              <a:gd name="connsiteX24" fmla="*/ 1105735 w 12192000"/>
              <a:gd name="connsiteY24" fmla="*/ 6204534 h 6858000"/>
              <a:gd name="connsiteX25" fmla="*/ 880679 w 12192000"/>
              <a:gd name="connsiteY25" fmla="*/ 6429590 h 6858000"/>
              <a:gd name="connsiteX26" fmla="*/ 880679 w 12192000"/>
              <a:gd name="connsiteY26" fmla="*/ 6858000 h 6858000"/>
              <a:gd name="connsiteX27" fmla="*/ 0 w 12192000"/>
              <a:gd name="connsiteY2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2192000" h="6858000">
                <a:moveTo>
                  <a:pt x="1138655" y="1746908"/>
                </a:moveTo>
                <a:cubicBezTo>
                  <a:pt x="1014360" y="1746908"/>
                  <a:pt x="913599" y="1847669"/>
                  <a:pt x="913599" y="1971964"/>
                </a:cubicBezTo>
                <a:lnTo>
                  <a:pt x="913599" y="5520711"/>
                </a:lnTo>
                <a:cubicBezTo>
                  <a:pt x="913599" y="5645006"/>
                  <a:pt x="1014360" y="5745767"/>
                  <a:pt x="1138655" y="5745767"/>
                </a:cubicBezTo>
                <a:lnTo>
                  <a:pt x="6091846" y="5745767"/>
                </a:lnTo>
                <a:cubicBezTo>
                  <a:pt x="6216141" y="5745767"/>
                  <a:pt x="6316902" y="5645006"/>
                  <a:pt x="6316902" y="5520711"/>
                </a:cubicBezTo>
                <a:lnTo>
                  <a:pt x="6316902" y="1971964"/>
                </a:lnTo>
                <a:cubicBezTo>
                  <a:pt x="6316902" y="1847669"/>
                  <a:pt x="6216141" y="1746908"/>
                  <a:pt x="6091846" y="1746908"/>
                </a:cubicBezTo>
                <a:close/>
                <a:moveTo>
                  <a:pt x="1218461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12184610" y="6858000"/>
                </a:lnTo>
                <a:close/>
                <a:moveTo>
                  <a:pt x="0" y="0"/>
                </a:moveTo>
                <a:lnTo>
                  <a:pt x="918140" y="0"/>
                </a:lnTo>
                <a:lnTo>
                  <a:pt x="918140" y="1010539"/>
                </a:lnTo>
                <a:cubicBezTo>
                  <a:pt x="918140" y="1163854"/>
                  <a:pt x="1042426" y="1288140"/>
                  <a:pt x="1195741" y="1288140"/>
                </a:cubicBezTo>
                <a:lnTo>
                  <a:pt x="6043842" y="1288140"/>
                </a:lnTo>
                <a:cubicBezTo>
                  <a:pt x="6197157" y="1288140"/>
                  <a:pt x="6321443" y="1163854"/>
                  <a:pt x="6321443" y="1010539"/>
                </a:cubicBezTo>
                <a:lnTo>
                  <a:pt x="6321443" y="0"/>
                </a:lnTo>
                <a:lnTo>
                  <a:pt x="11019692" y="0"/>
                </a:lnTo>
                <a:lnTo>
                  <a:pt x="11019692" y="6858000"/>
                </a:lnTo>
                <a:lnTo>
                  <a:pt x="6283982" y="6858000"/>
                </a:lnTo>
                <a:lnTo>
                  <a:pt x="6283982" y="6429590"/>
                </a:lnTo>
                <a:cubicBezTo>
                  <a:pt x="6283982" y="6305295"/>
                  <a:pt x="6183221" y="6204534"/>
                  <a:pt x="6058926" y="6204534"/>
                </a:cubicBezTo>
                <a:lnTo>
                  <a:pt x="1105735" y="6204534"/>
                </a:lnTo>
                <a:cubicBezTo>
                  <a:pt x="981440" y="6204534"/>
                  <a:pt x="880679" y="6305295"/>
                  <a:pt x="880679" y="6429590"/>
                </a:cubicBezTo>
                <a:lnTo>
                  <a:pt x="880679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3315A23-2C00-4A7E-B9E9-65CF734EE1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068700" y="1116391"/>
            <a:ext cx="4120055" cy="4308449"/>
            <a:chOff x="5656746" y="820557"/>
            <a:chExt cx="4120055" cy="4308449"/>
          </a:xfrm>
        </p:grpSpPr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CFF8075D-03CC-DDD4-332C-F26F61AF7F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53287" y="820557"/>
              <a:ext cx="3926972" cy="4308449"/>
            </a:xfrm>
            <a:prstGeom prst="rect">
              <a:avLst/>
            </a:prstGeom>
          </p:spPr>
        </p:pic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DE03B7A5-6E3E-5DC1-6705-A3B82F408CD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656746" y="914755"/>
              <a:ext cx="4120055" cy="4120055"/>
            </a:xfrm>
            <a:prstGeom prst="rect">
              <a:avLst/>
            </a:prstGeom>
          </p:spPr>
        </p:pic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BFAD7832-54F8-F683-7C5A-71ABBBD6D1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1555" y="270595"/>
            <a:ext cx="11571890" cy="631031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020675" y="480627"/>
            <a:ext cx="4505155" cy="2894495"/>
          </a:xfrm>
        </p:spPr>
        <p:txBody>
          <a:bodyPr anchor="b">
            <a:normAutofit/>
          </a:bodyPr>
          <a:lstStyle>
            <a:lvl1pPr algn="l">
              <a:defRPr sz="4400" b="0" spc="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8ABFB379-CB29-0D42-1349-53B7325212E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15410" y="1751759"/>
            <a:ext cx="5394960" cy="3997325"/>
          </a:xfrm>
          <a:prstGeom prst="roundRect">
            <a:avLst>
              <a:gd name="adj" fmla="val 5229"/>
            </a:avLst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icon to add picture </a:t>
            </a:r>
          </a:p>
          <a:p>
            <a:endParaRPr lang="en-US" dirty="0"/>
          </a:p>
        </p:txBody>
      </p:sp>
      <p:sp>
        <p:nvSpPr>
          <p:cNvPr id="43" name="Content Placeholder 42">
            <a:extLst>
              <a:ext uri="{FF2B5EF4-FFF2-40B4-BE49-F238E27FC236}">
                <a16:creationId xmlns:a16="http://schemas.microsoft.com/office/drawing/2014/main" id="{6EE87FA3-5409-C076-826E-A5685EB21E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021313" y="3505200"/>
            <a:ext cx="4029859" cy="300196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2400"/>
            </a:lvl1pPr>
            <a:lvl2pPr marL="457200" indent="0">
              <a:lnSpc>
                <a:spcPct val="100000"/>
              </a:lnSpc>
              <a:spcBef>
                <a:spcPts val="1000"/>
              </a:spcBef>
              <a:buNone/>
              <a:defRPr sz="2000"/>
            </a:lvl2pPr>
            <a:lvl3pPr marL="914400" indent="0">
              <a:lnSpc>
                <a:spcPct val="100000"/>
              </a:lnSpc>
              <a:spcBef>
                <a:spcPts val="1000"/>
              </a:spcBef>
              <a:buNone/>
              <a:defRPr sz="1800"/>
            </a:lvl3pPr>
            <a:lvl4pPr marL="1371600" indent="0">
              <a:lnSpc>
                <a:spcPct val="100000"/>
              </a:lnSpc>
              <a:spcBef>
                <a:spcPts val="1000"/>
              </a:spcBef>
              <a:buNone/>
              <a:defRPr sz="1600"/>
            </a:lvl4pPr>
            <a:lvl5pPr marL="1828800" indent="0">
              <a:lnSpc>
                <a:spcPct val="100000"/>
              </a:lnSpc>
              <a:spcBef>
                <a:spcPts val="1000"/>
              </a:spcBef>
              <a:buNone/>
              <a:defRPr sz="16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52A9BE-2A46-4899-C38E-B513CC1AF11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6591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A9EF1CCA-35D0-41F4-BC3D-AA1679C3E6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276514" y="397442"/>
            <a:ext cx="9619886" cy="6623279"/>
            <a:chOff x="1276514" y="397442"/>
            <a:chExt cx="9619886" cy="6623279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039112C6-05E1-7A58-F9B3-4ED607F0FEB5}"/>
                </a:ext>
              </a:extLst>
            </p:cNvPr>
            <p:cNvGrpSpPr/>
            <p:nvPr userDrawn="1"/>
          </p:nvGrpSpPr>
          <p:grpSpPr>
            <a:xfrm>
              <a:off x="1276514" y="397442"/>
              <a:ext cx="3028206" cy="3166674"/>
              <a:chOff x="5656746" y="820557"/>
              <a:chExt cx="4120055" cy="4308449"/>
            </a:xfrm>
          </p:grpSpPr>
          <p:pic>
            <p:nvPicPr>
              <p:cNvPr id="9" name="Graphic 8">
                <a:extLst>
                  <a:ext uri="{FF2B5EF4-FFF2-40B4-BE49-F238E27FC236}">
                    <a16:creationId xmlns:a16="http://schemas.microsoft.com/office/drawing/2014/main" id="{580B3039-6990-1E35-87E4-6C581CF7BA6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5753287" y="820557"/>
                <a:ext cx="3926972" cy="4308449"/>
              </a:xfrm>
              <a:prstGeom prst="rect">
                <a:avLst/>
              </a:prstGeom>
            </p:spPr>
          </p:pic>
          <p:pic>
            <p:nvPicPr>
              <p:cNvPr id="10" name="Graphic 9">
                <a:extLst>
                  <a:ext uri="{FF2B5EF4-FFF2-40B4-BE49-F238E27FC236}">
                    <a16:creationId xmlns:a16="http://schemas.microsoft.com/office/drawing/2014/main" id="{37F0331D-9A8D-485F-9469-6B31E3D61CF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5656746" y="914755"/>
                <a:ext cx="4120055" cy="4120055"/>
              </a:xfrm>
              <a:prstGeom prst="rect">
                <a:avLst/>
              </a:prstGeom>
            </p:spPr>
          </p:pic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D1BCBEDD-D6D8-B22D-46D2-C061FBDFE326}"/>
                </a:ext>
              </a:extLst>
            </p:cNvPr>
            <p:cNvGrpSpPr/>
            <p:nvPr userDrawn="1"/>
          </p:nvGrpSpPr>
          <p:grpSpPr>
            <a:xfrm>
              <a:off x="6776345" y="2712272"/>
              <a:ext cx="4120055" cy="4308449"/>
              <a:chOff x="5656746" y="820557"/>
              <a:chExt cx="4120055" cy="4308449"/>
            </a:xfrm>
          </p:grpSpPr>
          <p:pic>
            <p:nvPicPr>
              <p:cNvPr id="13" name="Graphic 12">
                <a:extLst>
                  <a:ext uri="{FF2B5EF4-FFF2-40B4-BE49-F238E27FC236}">
                    <a16:creationId xmlns:a16="http://schemas.microsoft.com/office/drawing/2014/main" id="{43D2104B-238A-6958-53E9-4C3CFC4C997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5753287" y="820557"/>
                <a:ext cx="3926972" cy="4308449"/>
              </a:xfrm>
              <a:prstGeom prst="rect">
                <a:avLst/>
              </a:prstGeom>
            </p:spPr>
          </p:pic>
          <p:pic>
            <p:nvPicPr>
              <p:cNvPr id="14" name="Graphic 13">
                <a:extLst>
                  <a:ext uri="{FF2B5EF4-FFF2-40B4-BE49-F238E27FC236}">
                    <a16:creationId xmlns:a16="http://schemas.microsoft.com/office/drawing/2014/main" id="{FE1FCD13-2E12-4019-9FCB-3A53D173219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5656746" y="914755"/>
                <a:ext cx="4120055" cy="4120055"/>
              </a:xfrm>
              <a:prstGeom prst="rect">
                <a:avLst/>
              </a:prstGeom>
            </p:spPr>
          </p:pic>
        </p:grp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7CEA9FD7-5B24-27A7-2BB5-A937B6A4DA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89386" y="0"/>
            <a:ext cx="45720" cy="6858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C3731B0-8EE6-11A7-D5EB-431792C48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2568" y="0"/>
            <a:ext cx="2108126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6EEE179-0672-B497-0D0F-DF7C0E09DF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4800" y="273843"/>
            <a:ext cx="11571890" cy="631031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18745" y="507244"/>
            <a:ext cx="9143999" cy="2162065"/>
          </a:xfrm>
        </p:spPr>
        <p:txBody>
          <a:bodyPr anchor="b">
            <a:normAutofit/>
          </a:bodyPr>
          <a:lstStyle>
            <a:lvl1pPr algn="l">
              <a:defRPr sz="48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552700" y="3586281"/>
            <a:ext cx="7086600" cy="228600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8AEB78-507E-76A4-533C-B685FBB93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07153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Right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008A07D-9CD9-61E7-5307-509E256E32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68196" y="0"/>
            <a:ext cx="2497096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6D3D556-F10A-EC7C-0757-E00C6BD11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755612" y="0"/>
            <a:ext cx="396990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F434F37-A346-4DC3-ACA1-FE0B5DD0A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405264" y="1517829"/>
            <a:ext cx="4120055" cy="4308449"/>
            <a:chOff x="5656746" y="820557"/>
            <a:chExt cx="4120055" cy="4308449"/>
          </a:xfrm>
        </p:grpSpPr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1CD6BFE6-65DF-2EFD-2AB8-EF54AE6EDEE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53287" y="820557"/>
              <a:ext cx="3926972" cy="4308449"/>
            </a:xfrm>
            <a:prstGeom prst="rect">
              <a:avLst/>
            </a:prstGeom>
          </p:spPr>
        </p:pic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772A018D-5452-637A-6EFC-8A1C55CE031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656746" y="914755"/>
              <a:ext cx="4120055" cy="4120055"/>
            </a:xfrm>
            <a:prstGeom prst="rect">
              <a:avLst/>
            </a:prstGeom>
          </p:spPr>
        </p:pic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43AED969-CB3F-45E5-4B56-8D4841A042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53444" y="0"/>
            <a:ext cx="45720" cy="6858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6EEE179-0672-B497-0D0F-DF7C0E09DF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4800" y="273843"/>
            <a:ext cx="11571890" cy="631031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7523" y="750316"/>
            <a:ext cx="5469591" cy="2066052"/>
          </a:xfrm>
        </p:spPr>
        <p:txBody>
          <a:bodyPr anchor="ctr">
            <a:normAutofit/>
          </a:bodyPr>
          <a:lstStyle>
            <a:lvl1pPr algn="l">
              <a:defRPr sz="4400" b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3" name="Content Placeholder 22">
            <a:extLst>
              <a:ext uri="{FF2B5EF4-FFF2-40B4-BE49-F238E27FC236}">
                <a16:creationId xmlns:a16="http://schemas.microsoft.com/office/drawing/2014/main" id="{5F3BAA8E-44E6-12B3-F690-09AB8C245E9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297703" y="2884989"/>
            <a:ext cx="4768850" cy="3625392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2400"/>
            </a:lvl1pPr>
            <a:lvl2pPr marL="457200" indent="0">
              <a:lnSpc>
                <a:spcPct val="100000"/>
              </a:lnSpc>
              <a:spcBef>
                <a:spcPts val="1000"/>
              </a:spcBef>
              <a:buNone/>
              <a:defRPr sz="2000"/>
            </a:lvl2pPr>
            <a:lvl3pPr marL="914400" indent="0">
              <a:lnSpc>
                <a:spcPct val="100000"/>
              </a:lnSpc>
              <a:spcBef>
                <a:spcPts val="1000"/>
              </a:spcBef>
              <a:buNone/>
              <a:defRPr sz="1800"/>
            </a:lvl3pPr>
            <a:lvl4pPr marL="1371600" indent="0">
              <a:lnSpc>
                <a:spcPct val="100000"/>
              </a:lnSpc>
              <a:spcBef>
                <a:spcPts val="1000"/>
              </a:spcBef>
              <a:buNone/>
              <a:defRPr sz="1600"/>
            </a:lvl4pPr>
            <a:lvl5pPr marL="1828800" indent="0">
              <a:lnSpc>
                <a:spcPct val="100000"/>
              </a:lnSpc>
              <a:spcBef>
                <a:spcPts val="1000"/>
              </a:spcBef>
              <a:buNone/>
              <a:defRPr sz="16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4A042FB-AE91-12A6-1B9A-55AE16FB534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49977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>
            <a:extLst>
              <a:ext uri="{FF2B5EF4-FFF2-40B4-BE49-F238E27FC236}">
                <a16:creationId xmlns:a16="http://schemas.microsoft.com/office/drawing/2014/main" id="{FA63973E-7BCA-0A84-9988-670F7B314B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928" y="1925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918140 w 12192000"/>
              <a:gd name="connsiteY1" fmla="*/ 0 h 6858000"/>
              <a:gd name="connsiteX2" fmla="*/ 918140 w 12192000"/>
              <a:gd name="connsiteY2" fmla="*/ 1010539 h 6858000"/>
              <a:gd name="connsiteX3" fmla="*/ 1195741 w 12192000"/>
              <a:gd name="connsiteY3" fmla="*/ 1288140 h 6858000"/>
              <a:gd name="connsiteX4" fmla="*/ 6043842 w 12192000"/>
              <a:gd name="connsiteY4" fmla="*/ 1288140 h 6858000"/>
              <a:gd name="connsiteX5" fmla="*/ 6321443 w 12192000"/>
              <a:gd name="connsiteY5" fmla="*/ 1010539 h 6858000"/>
              <a:gd name="connsiteX6" fmla="*/ 6321443 w 12192000"/>
              <a:gd name="connsiteY6" fmla="*/ 0 h 6858000"/>
              <a:gd name="connsiteX7" fmla="*/ 12192000 w 12192000"/>
              <a:gd name="connsiteY7" fmla="*/ 0 h 6858000"/>
              <a:gd name="connsiteX8" fmla="*/ 12192000 w 12192000"/>
              <a:gd name="connsiteY8" fmla="*/ 6858000 h 6858000"/>
              <a:gd name="connsiteX9" fmla="*/ 6283982 w 12192000"/>
              <a:gd name="connsiteY9" fmla="*/ 6858000 h 6858000"/>
              <a:gd name="connsiteX10" fmla="*/ 6283982 w 12192000"/>
              <a:gd name="connsiteY10" fmla="*/ 6429590 h 6858000"/>
              <a:gd name="connsiteX11" fmla="*/ 6058926 w 12192000"/>
              <a:gd name="connsiteY11" fmla="*/ 6204534 h 6858000"/>
              <a:gd name="connsiteX12" fmla="*/ 1105735 w 12192000"/>
              <a:gd name="connsiteY12" fmla="*/ 6204534 h 6858000"/>
              <a:gd name="connsiteX13" fmla="*/ 880679 w 12192000"/>
              <a:gd name="connsiteY13" fmla="*/ 6429590 h 6858000"/>
              <a:gd name="connsiteX14" fmla="*/ 880679 w 12192000"/>
              <a:gd name="connsiteY14" fmla="*/ 6858000 h 6858000"/>
              <a:gd name="connsiteX15" fmla="*/ 0 w 12192000"/>
              <a:gd name="connsiteY15" fmla="*/ 6858000 h 6858000"/>
              <a:gd name="connsiteX16" fmla="*/ 0 w 12192000"/>
              <a:gd name="connsiteY16" fmla="*/ 0 h 6858000"/>
              <a:gd name="connsiteX17" fmla="*/ 1138655 w 12192000"/>
              <a:gd name="connsiteY17" fmla="*/ 1746908 h 6858000"/>
              <a:gd name="connsiteX18" fmla="*/ 913599 w 12192000"/>
              <a:gd name="connsiteY18" fmla="*/ 1971964 h 6858000"/>
              <a:gd name="connsiteX19" fmla="*/ 913599 w 12192000"/>
              <a:gd name="connsiteY19" fmla="*/ 5520711 h 6858000"/>
              <a:gd name="connsiteX20" fmla="*/ 1138655 w 12192000"/>
              <a:gd name="connsiteY20" fmla="*/ 5745767 h 6858000"/>
              <a:gd name="connsiteX21" fmla="*/ 6091846 w 12192000"/>
              <a:gd name="connsiteY21" fmla="*/ 5745767 h 6858000"/>
              <a:gd name="connsiteX22" fmla="*/ 6316902 w 12192000"/>
              <a:gd name="connsiteY22" fmla="*/ 5520711 h 6858000"/>
              <a:gd name="connsiteX23" fmla="*/ 6316902 w 12192000"/>
              <a:gd name="connsiteY23" fmla="*/ 1971964 h 6858000"/>
              <a:gd name="connsiteX24" fmla="*/ 6091846 w 12192000"/>
              <a:gd name="connsiteY24" fmla="*/ 1746908 h 6858000"/>
              <a:gd name="connsiteX25" fmla="*/ 1138655 w 12192000"/>
              <a:gd name="connsiteY25" fmla="*/ 174690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918140" y="0"/>
                </a:lnTo>
                <a:lnTo>
                  <a:pt x="918140" y="1010539"/>
                </a:lnTo>
                <a:cubicBezTo>
                  <a:pt x="918140" y="1163854"/>
                  <a:pt x="1042426" y="1288140"/>
                  <a:pt x="1195741" y="1288140"/>
                </a:cubicBezTo>
                <a:lnTo>
                  <a:pt x="6043842" y="1288140"/>
                </a:lnTo>
                <a:cubicBezTo>
                  <a:pt x="6197157" y="1288140"/>
                  <a:pt x="6321443" y="1163854"/>
                  <a:pt x="6321443" y="1010539"/>
                </a:cubicBezTo>
                <a:lnTo>
                  <a:pt x="6321443" y="0"/>
                </a:lnTo>
                <a:lnTo>
                  <a:pt x="12192000" y="0"/>
                </a:lnTo>
                <a:lnTo>
                  <a:pt x="12192000" y="6858000"/>
                </a:lnTo>
                <a:lnTo>
                  <a:pt x="6283982" y="6858000"/>
                </a:lnTo>
                <a:lnTo>
                  <a:pt x="6283982" y="6429590"/>
                </a:lnTo>
                <a:cubicBezTo>
                  <a:pt x="6283982" y="6305295"/>
                  <a:pt x="6183221" y="6204534"/>
                  <a:pt x="6058926" y="6204534"/>
                </a:cubicBezTo>
                <a:lnTo>
                  <a:pt x="1105735" y="6204534"/>
                </a:lnTo>
                <a:cubicBezTo>
                  <a:pt x="981440" y="6204534"/>
                  <a:pt x="880679" y="6305295"/>
                  <a:pt x="880679" y="6429590"/>
                </a:cubicBezTo>
                <a:lnTo>
                  <a:pt x="880679" y="6858000"/>
                </a:lnTo>
                <a:lnTo>
                  <a:pt x="0" y="6858000"/>
                </a:lnTo>
                <a:lnTo>
                  <a:pt x="0" y="0"/>
                </a:lnTo>
                <a:close/>
                <a:moveTo>
                  <a:pt x="1138655" y="1746908"/>
                </a:moveTo>
                <a:cubicBezTo>
                  <a:pt x="1014360" y="1746908"/>
                  <a:pt x="913599" y="1847669"/>
                  <a:pt x="913599" y="1971964"/>
                </a:cubicBezTo>
                <a:lnTo>
                  <a:pt x="913599" y="5520711"/>
                </a:lnTo>
                <a:cubicBezTo>
                  <a:pt x="913599" y="5645006"/>
                  <a:pt x="1014360" y="5745767"/>
                  <a:pt x="1138655" y="5745767"/>
                </a:cubicBezTo>
                <a:lnTo>
                  <a:pt x="6091846" y="5745767"/>
                </a:lnTo>
                <a:cubicBezTo>
                  <a:pt x="6216141" y="5745767"/>
                  <a:pt x="6316902" y="5645006"/>
                  <a:pt x="6316902" y="5520711"/>
                </a:cubicBezTo>
                <a:lnTo>
                  <a:pt x="6316902" y="1971964"/>
                </a:lnTo>
                <a:cubicBezTo>
                  <a:pt x="6316902" y="1847669"/>
                  <a:pt x="6216141" y="1746908"/>
                  <a:pt x="6091846" y="1746908"/>
                </a:cubicBezTo>
                <a:lnTo>
                  <a:pt x="1138655" y="17469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F9F5EDC-2D5E-96A7-AAB9-D60B6E1AFB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26699" y="3527"/>
            <a:ext cx="300530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8424DE0-155D-2A3C-788A-5A0C0D9CDA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6728" y="275768"/>
            <a:ext cx="11571890" cy="631031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B87C557-55D3-F920-773C-DDD1348C42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2673" y="2714197"/>
            <a:ext cx="4120055" cy="4308449"/>
            <a:chOff x="5656746" y="820557"/>
            <a:chExt cx="4120055" cy="4308449"/>
          </a:xfrm>
        </p:grpSpPr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1BC0724F-AE42-0E0F-E392-0C3EBB9DD8B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53287" y="820557"/>
              <a:ext cx="3926972" cy="4308449"/>
            </a:xfrm>
            <a:prstGeom prst="rect">
              <a:avLst/>
            </a:prstGeom>
          </p:spPr>
        </p:pic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1B6F6A44-F108-5B62-1638-5680B0204E9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656746" y="914755"/>
              <a:ext cx="4120055" cy="4120055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00667" y="405113"/>
            <a:ext cx="4505155" cy="6007261"/>
          </a:xfrm>
        </p:spPr>
        <p:txBody>
          <a:bodyPr anchor="ctr">
            <a:normAutofit/>
          </a:bodyPr>
          <a:lstStyle>
            <a:lvl1pPr algn="r">
              <a:defRPr sz="4800" b="1" spc="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1" name="Picture Placeholder 10">
            <a:extLst>
              <a:ext uri="{FF2B5EF4-FFF2-40B4-BE49-F238E27FC236}">
                <a16:creationId xmlns:a16="http://schemas.microsoft.com/office/drawing/2014/main" id="{83A8F0F5-EBCC-860A-B0EE-A7F56BA39A4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876079" y="1748992"/>
            <a:ext cx="5394960" cy="3997325"/>
          </a:xfrm>
          <a:prstGeom prst="roundRect">
            <a:avLst>
              <a:gd name="adj" fmla="val 5229"/>
            </a:avLst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icon to add picture </a:t>
            </a:r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60224B-09BE-F95F-F2DE-0EA9731AEB8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7643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Righ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050290D7-ABD3-D880-F002-A497290AC0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3245" y="-3248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918140 w 12192000"/>
              <a:gd name="connsiteY1" fmla="*/ 0 h 6858000"/>
              <a:gd name="connsiteX2" fmla="*/ 918140 w 12192000"/>
              <a:gd name="connsiteY2" fmla="*/ 1010539 h 6858000"/>
              <a:gd name="connsiteX3" fmla="*/ 1195741 w 12192000"/>
              <a:gd name="connsiteY3" fmla="*/ 1288140 h 6858000"/>
              <a:gd name="connsiteX4" fmla="*/ 6043842 w 12192000"/>
              <a:gd name="connsiteY4" fmla="*/ 1288140 h 6858000"/>
              <a:gd name="connsiteX5" fmla="*/ 6321443 w 12192000"/>
              <a:gd name="connsiteY5" fmla="*/ 1010539 h 6858000"/>
              <a:gd name="connsiteX6" fmla="*/ 6321443 w 12192000"/>
              <a:gd name="connsiteY6" fmla="*/ 0 h 6858000"/>
              <a:gd name="connsiteX7" fmla="*/ 12192000 w 12192000"/>
              <a:gd name="connsiteY7" fmla="*/ 0 h 6858000"/>
              <a:gd name="connsiteX8" fmla="*/ 12192000 w 12192000"/>
              <a:gd name="connsiteY8" fmla="*/ 6858000 h 6858000"/>
              <a:gd name="connsiteX9" fmla="*/ 6283982 w 12192000"/>
              <a:gd name="connsiteY9" fmla="*/ 6858000 h 6858000"/>
              <a:gd name="connsiteX10" fmla="*/ 6283982 w 12192000"/>
              <a:gd name="connsiteY10" fmla="*/ 6429590 h 6858000"/>
              <a:gd name="connsiteX11" fmla="*/ 6058926 w 12192000"/>
              <a:gd name="connsiteY11" fmla="*/ 6204534 h 6858000"/>
              <a:gd name="connsiteX12" fmla="*/ 1105735 w 12192000"/>
              <a:gd name="connsiteY12" fmla="*/ 6204534 h 6858000"/>
              <a:gd name="connsiteX13" fmla="*/ 880679 w 12192000"/>
              <a:gd name="connsiteY13" fmla="*/ 6429590 h 6858000"/>
              <a:gd name="connsiteX14" fmla="*/ 880679 w 12192000"/>
              <a:gd name="connsiteY14" fmla="*/ 6858000 h 6858000"/>
              <a:gd name="connsiteX15" fmla="*/ 0 w 12192000"/>
              <a:gd name="connsiteY15" fmla="*/ 6858000 h 6858000"/>
              <a:gd name="connsiteX16" fmla="*/ 0 w 12192000"/>
              <a:gd name="connsiteY16" fmla="*/ 0 h 6858000"/>
              <a:gd name="connsiteX17" fmla="*/ 1138655 w 12192000"/>
              <a:gd name="connsiteY17" fmla="*/ 1746908 h 6858000"/>
              <a:gd name="connsiteX18" fmla="*/ 913599 w 12192000"/>
              <a:gd name="connsiteY18" fmla="*/ 1971964 h 6858000"/>
              <a:gd name="connsiteX19" fmla="*/ 913599 w 12192000"/>
              <a:gd name="connsiteY19" fmla="*/ 5520711 h 6858000"/>
              <a:gd name="connsiteX20" fmla="*/ 1138655 w 12192000"/>
              <a:gd name="connsiteY20" fmla="*/ 5745767 h 6858000"/>
              <a:gd name="connsiteX21" fmla="*/ 6091846 w 12192000"/>
              <a:gd name="connsiteY21" fmla="*/ 5745767 h 6858000"/>
              <a:gd name="connsiteX22" fmla="*/ 6316902 w 12192000"/>
              <a:gd name="connsiteY22" fmla="*/ 5520711 h 6858000"/>
              <a:gd name="connsiteX23" fmla="*/ 6316902 w 12192000"/>
              <a:gd name="connsiteY23" fmla="*/ 1971964 h 6858000"/>
              <a:gd name="connsiteX24" fmla="*/ 6091846 w 12192000"/>
              <a:gd name="connsiteY24" fmla="*/ 1746908 h 6858000"/>
              <a:gd name="connsiteX25" fmla="*/ 1138655 w 12192000"/>
              <a:gd name="connsiteY25" fmla="*/ 174690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918140" y="0"/>
                </a:lnTo>
                <a:lnTo>
                  <a:pt x="918140" y="1010539"/>
                </a:lnTo>
                <a:cubicBezTo>
                  <a:pt x="918140" y="1163854"/>
                  <a:pt x="1042426" y="1288140"/>
                  <a:pt x="1195741" y="1288140"/>
                </a:cubicBezTo>
                <a:lnTo>
                  <a:pt x="6043842" y="1288140"/>
                </a:lnTo>
                <a:cubicBezTo>
                  <a:pt x="6197157" y="1288140"/>
                  <a:pt x="6321443" y="1163854"/>
                  <a:pt x="6321443" y="1010539"/>
                </a:cubicBezTo>
                <a:lnTo>
                  <a:pt x="6321443" y="0"/>
                </a:lnTo>
                <a:lnTo>
                  <a:pt x="12192000" y="0"/>
                </a:lnTo>
                <a:lnTo>
                  <a:pt x="12192000" y="6858000"/>
                </a:lnTo>
                <a:lnTo>
                  <a:pt x="6283982" y="6858000"/>
                </a:lnTo>
                <a:lnTo>
                  <a:pt x="6283982" y="6429590"/>
                </a:lnTo>
                <a:cubicBezTo>
                  <a:pt x="6283982" y="6305295"/>
                  <a:pt x="6183221" y="6204534"/>
                  <a:pt x="6058926" y="6204534"/>
                </a:cubicBezTo>
                <a:lnTo>
                  <a:pt x="1105735" y="6204534"/>
                </a:lnTo>
                <a:cubicBezTo>
                  <a:pt x="981440" y="6204534"/>
                  <a:pt x="880679" y="6305295"/>
                  <a:pt x="880679" y="6429590"/>
                </a:cubicBezTo>
                <a:lnTo>
                  <a:pt x="880679" y="6858000"/>
                </a:lnTo>
                <a:lnTo>
                  <a:pt x="0" y="6858000"/>
                </a:lnTo>
                <a:lnTo>
                  <a:pt x="0" y="0"/>
                </a:lnTo>
                <a:close/>
                <a:moveTo>
                  <a:pt x="1138655" y="1746908"/>
                </a:moveTo>
                <a:cubicBezTo>
                  <a:pt x="1014360" y="1746908"/>
                  <a:pt x="913599" y="1847669"/>
                  <a:pt x="913599" y="1971964"/>
                </a:cubicBezTo>
                <a:lnTo>
                  <a:pt x="913599" y="5520711"/>
                </a:lnTo>
                <a:cubicBezTo>
                  <a:pt x="913599" y="5645006"/>
                  <a:pt x="1014360" y="5745767"/>
                  <a:pt x="1138655" y="5745767"/>
                </a:cubicBezTo>
                <a:lnTo>
                  <a:pt x="6091846" y="5745767"/>
                </a:lnTo>
                <a:cubicBezTo>
                  <a:pt x="6216141" y="5745767"/>
                  <a:pt x="6316902" y="5645006"/>
                  <a:pt x="6316902" y="5520711"/>
                </a:cubicBezTo>
                <a:lnTo>
                  <a:pt x="6316902" y="1971964"/>
                </a:lnTo>
                <a:cubicBezTo>
                  <a:pt x="6316902" y="1847669"/>
                  <a:pt x="6216141" y="1746908"/>
                  <a:pt x="6091846" y="1746908"/>
                </a:cubicBezTo>
                <a:lnTo>
                  <a:pt x="1138655" y="17469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BD13AA8-D23C-5C6A-33DF-C454CDF896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01493" y="0"/>
            <a:ext cx="109162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4C39822-D546-CAF5-43A0-84756C8C7B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761785" y="0"/>
            <a:ext cx="272051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FAD7832-54F8-F683-7C5A-71ABBBD6D1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1555" y="270595"/>
            <a:ext cx="11571890" cy="631031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99930" y="347620"/>
            <a:ext cx="5163939" cy="2474204"/>
          </a:xfrm>
        </p:spPr>
        <p:txBody>
          <a:bodyPr anchor="b">
            <a:normAutofit/>
          </a:bodyPr>
          <a:lstStyle>
            <a:lvl1pPr algn="l">
              <a:defRPr sz="4400" b="0" spc="0" baseline="0"/>
            </a:lvl1pPr>
          </a:lstStyle>
          <a:p>
            <a:endParaRPr lang="en-US" dirty="0"/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8ABFB379-CB29-0D42-1349-53B7325212E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00170" y="1751759"/>
            <a:ext cx="5394960" cy="3997325"/>
          </a:xfrm>
          <a:prstGeom prst="roundRect">
            <a:avLst>
              <a:gd name="adj" fmla="val 5229"/>
            </a:avLst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icon to add picture </a:t>
            </a:r>
          </a:p>
          <a:p>
            <a:endParaRPr lang="en-US" dirty="0"/>
          </a:p>
        </p:txBody>
      </p:sp>
      <p:sp>
        <p:nvSpPr>
          <p:cNvPr id="43" name="Content Placeholder 42">
            <a:extLst>
              <a:ext uri="{FF2B5EF4-FFF2-40B4-BE49-F238E27FC236}">
                <a16:creationId xmlns:a16="http://schemas.microsoft.com/office/drawing/2014/main" id="{6EE87FA3-5409-C076-826E-A5685EB21E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599930" y="2961187"/>
            <a:ext cx="5163939" cy="3346735"/>
          </a:xfrm>
        </p:spPr>
        <p:txBody>
          <a:bodyPr>
            <a:normAutofit/>
          </a:bodyPr>
          <a:lstStyle>
            <a:lvl1pPr marL="228600" indent="-22860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/>
            </a:lvl1pPr>
            <a:lvl2pPr marL="800100" indent="-22860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/>
            </a:lvl2pPr>
            <a:lvl3pPr marL="1200150" indent="-22860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/>
            </a:lvl3pPr>
            <a:lvl4pPr marL="1657350" indent="-22860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/>
            </a:lvl4pPr>
            <a:lvl5pPr marL="2114550" indent="-22860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3AD0209-DE4E-6825-8F20-EC9CF7FA6A27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8083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D1F6D51D-5B15-9B30-DC19-5F58B30523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37577" y="3429000"/>
            <a:ext cx="3288931" cy="3439321"/>
            <a:chOff x="5656746" y="820557"/>
            <a:chExt cx="4120055" cy="4308449"/>
          </a:xfrm>
        </p:grpSpPr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A480DA77-F71B-5298-1353-A41A3B4DA8E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53287" y="820557"/>
              <a:ext cx="3926972" cy="4308449"/>
            </a:xfrm>
            <a:prstGeom prst="rect">
              <a:avLst/>
            </a:prstGeom>
          </p:spPr>
        </p:pic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90839BC8-89BD-1554-5D44-CDDBE6CA9F3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656746" y="914755"/>
              <a:ext cx="4120055" cy="4120055"/>
            </a:xfrm>
            <a:prstGeom prst="rect">
              <a:avLst/>
            </a:prstGeom>
          </p:spPr>
        </p:pic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21216545-2BDC-F9A0-F675-174EDC9261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5336" y="1602"/>
            <a:ext cx="300530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568970B-8B94-3775-274C-FB844115E4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92942" y="0"/>
            <a:ext cx="94077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5972257-517A-A49E-FA85-ED69B1A60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068288" y="0"/>
            <a:ext cx="45720" cy="6858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3291BC4-F154-0A1C-BD50-D90F45B2E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4800" y="273843"/>
            <a:ext cx="11571890" cy="631031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00852" y="1825625"/>
            <a:ext cx="4247067" cy="4351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EE0070D-0874-F1CC-4E29-6938F5F6349B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434851" y="1825625"/>
            <a:ext cx="4247067" cy="4351338"/>
          </a:xfrm>
        </p:spPr>
        <p:txBody>
          <a:bodyPr>
            <a:normAutofit/>
          </a:bodyPr>
          <a:lstStyle>
            <a:lvl1pPr marL="0" indent="0">
              <a:buNone/>
              <a:defRPr sz="2000" b="1"/>
            </a:lvl1pPr>
            <a:lvl2pPr marL="228600">
              <a:defRPr sz="2000"/>
            </a:lvl2pPr>
            <a:lvl3pPr marL="685800">
              <a:defRPr sz="2000"/>
            </a:lvl3pPr>
            <a:lvl4pPr marL="1143000">
              <a:defRPr sz="2000"/>
            </a:lvl4pPr>
            <a:lvl5pPr marL="1600200"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94AC65-CD3D-69D7-24FB-C82AA429A96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712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CD04544E-40BA-0EF3-1D11-F15C7E80D3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83561" y="1602"/>
            <a:ext cx="300530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C06BFA7-94AE-3A18-523D-C688ECFB49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78414" y="0"/>
            <a:ext cx="94077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5786F04-54BF-9AA6-0B44-DE78BB380D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85177" y="2407472"/>
            <a:ext cx="4120055" cy="4308449"/>
            <a:chOff x="5656746" y="820557"/>
            <a:chExt cx="4120055" cy="4308449"/>
          </a:xfrm>
        </p:grpSpPr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DA2FB764-6719-6FC4-D31C-F96BBA0A6F8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53287" y="820557"/>
              <a:ext cx="3926972" cy="4308449"/>
            </a:xfrm>
            <a:prstGeom prst="rect">
              <a:avLst/>
            </a:prstGeom>
          </p:spPr>
        </p:pic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D87175FD-8DE3-7754-36A9-07FEE388EBB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656746" y="914755"/>
              <a:ext cx="4120055" cy="4120055"/>
            </a:xfrm>
            <a:prstGeom prst="rect">
              <a:avLst/>
            </a:prstGeom>
          </p:spPr>
        </p:pic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C3291BC4-F154-0A1C-BD50-D90F45B2E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4800" y="273843"/>
            <a:ext cx="11571890" cy="631031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00853" y="1825625"/>
            <a:ext cx="3525772" cy="4351338"/>
          </a:xfrm>
        </p:spPr>
        <p:txBody>
          <a:bodyPr>
            <a:normAutofit/>
          </a:bodyPr>
          <a:lstStyle>
            <a:lvl1pPr>
              <a:spcAft>
                <a:spcPts val="800"/>
              </a:spcAft>
              <a:defRPr sz="2000"/>
            </a:lvl1pPr>
            <a:lvl2pPr>
              <a:spcAft>
                <a:spcPts val="800"/>
              </a:spcAft>
              <a:defRPr sz="1800"/>
            </a:lvl2pPr>
            <a:lvl3pPr>
              <a:spcAft>
                <a:spcPts val="800"/>
              </a:spcAft>
              <a:defRPr sz="1600"/>
            </a:lvl3pPr>
            <a:lvl4pPr>
              <a:spcAft>
                <a:spcPts val="800"/>
              </a:spcAft>
              <a:defRPr sz="1400"/>
            </a:lvl4pPr>
            <a:lvl5pPr>
              <a:spcAft>
                <a:spcPts val="800"/>
              </a:spcAft>
              <a:defRPr sz="14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EE0070D-0874-F1CC-4E29-6938F5F6349B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149516" y="1733025"/>
            <a:ext cx="6204283" cy="3989388"/>
          </a:xfrm>
        </p:spPr>
        <p:txBody>
          <a:bodyPr>
            <a:normAutofit/>
          </a:bodyPr>
          <a:lstStyle>
            <a:lvl1pPr marL="0" indent="0">
              <a:buNone/>
              <a:defRPr sz="2000" b="1"/>
            </a:lvl1pPr>
            <a:lvl2pPr marL="228600">
              <a:defRPr sz="2000"/>
            </a:lvl2pPr>
            <a:lvl3pPr marL="685800">
              <a:defRPr sz="2000"/>
            </a:lvl3pPr>
            <a:lvl4pPr marL="1143000">
              <a:defRPr sz="2000"/>
            </a:lvl4pPr>
            <a:lvl5pPr marL="1600200"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EDBFC337-301C-C3ED-321C-AB4EF4A1082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85931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3B9B0186-5603-6346-34F2-6BFA71BC62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614738" y="2425699"/>
            <a:ext cx="3288931" cy="3439321"/>
            <a:chOff x="5656746" y="820557"/>
            <a:chExt cx="4120055" cy="4308449"/>
          </a:xfrm>
        </p:grpSpPr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F76A59AE-96E4-A701-461B-61618472B5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53287" y="820557"/>
              <a:ext cx="3926972" cy="4308449"/>
            </a:xfrm>
            <a:prstGeom prst="rect">
              <a:avLst/>
            </a:prstGeom>
          </p:spPr>
        </p:pic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48649D3D-45B7-44C7-93B4-BDC88C32844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656746" y="914755"/>
              <a:ext cx="4120055" cy="4120055"/>
            </a:xfrm>
            <a:prstGeom prst="rect">
              <a:avLst/>
            </a:prstGeom>
          </p:spPr>
        </p:pic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987349E-C488-C02B-B3B1-CCDBD3A78E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24771" y="1602"/>
            <a:ext cx="300530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3291BC4-F154-0A1C-BD50-D90F45B2E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4800" y="273843"/>
            <a:ext cx="11571890" cy="631031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12520" y="1825625"/>
            <a:ext cx="4825294" cy="4651375"/>
          </a:xfrm>
        </p:spPr>
        <p:txBody>
          <a:bodyPr>
            <a:normAutofit/>
          </a:bodyPr>
          <a:lstStyle>
            <a:lvl1pPr>
              <a:spcAft>
                <a:spcPts val="800"/>
              </a:spcAft>
              <a:defRPr sz="2000"/>
            </a:lvl1pPr>
            <a:lvl2pPr marL="457200" indent="0">
              <a:spcAft>
                <a:spcPts val="800"/>
              </a:spcAft>
              <a:buNone/>
              <a:defRPr sz="2000"/>
            </a:lvl2pPr>
            <a:lvl3pPr marL="914400" indent="0">
              <a:spcAft>
                <a:spcPts val="800"/>
              </a:spcAft>
              <a:buNone/>
              <a:defRPr sz="2000"/>
            </a:lvl3pPr>
            <a:lvl4pPr marL="1371600" indent="0">
              <a:spcAft>
                <a:spcPts val="800"/>
              </a:spcAft>
              <a:buNone/>
              <a:defRPr sz="2000"/>
            </a:lvl4pPr>
            <a:lvl5pPr marL="1828800" indent="0">
              <a:spcAft>
                <a:spcPts val="800"/>
              </a:spcAft>
              <a:buNone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EE0070D-0874-F1CC-4E29-6938F5F6349B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696778" y="1813720"/>
            <a:ext cx="4657021" cy="4051300"/>
          </a:xfrm>
        </p:spPr>
        <p:txBody>
          <a:bodyPr>
            <a:normAutofit/>
          </a:bodyPr>
          <a:lstStyle>
            <a:lvl1pPr marL="0" indent="0">
              <a:buNone/>
              <a:defRPr sz="2000" b="1"/>
            </a:lvl1pPr>
            <a:lvl2pPr marL="228600">
              <a:defRPr sz="2000"/>
            </a:lvl2pPr>
            <a:lvl3pPr marL="685800">
              <a:defRPr sz="2000"/>
            </a:lvl3pPr>
            <a:lvl4pPr marL="1143000">
              <a:defRPr sz="2000"/>
            </a:lvl4pPr>
            <a:lvl5pPr marL="1600200"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F004FE-7725-F349-1245-F443F9E81B9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72760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FF97B6B-1E04-799C-CDFE-9DAFCA938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028970" y="13063"/>
            <a:ext cx="109162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111DE0A-4C1D-01B1-AA49-D966343F65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777288" y="0"/>
            <a:ext cx="109162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BEA20E-0FF2-2897-8BD6-8EFAA8C8D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278460" y="0"/>
            <a:ext cx="272051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3291BC4-F154-0A1C-BD50-D90F45B2E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4800" y="273843"/>
            <a:ext cx="11571890" cy="631031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E259F776-4BD1-2F21-61F0-3B60DF6F0366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838200" y="1825625"/>
            <a:ext cx="10515600" cy="4054475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icon to add table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2987B8-BA6E-EE2B-BFB9-D52D6D956AF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08694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C4A07D69-1AF2-A193-316E-DD3803E94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65206" y="0"/>
            <a:ext cx="2497096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4E4D2FA-0049-1792-F6B4-D5FE1EE5A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92348" y="0"/>
            <a:ext cx="300530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86E6ACF-3879-BE02-100B-2096C2235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64323" y="0"/>
            <a:ext cx="45720" cy="6858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E74699B-D6F0-303E-200A-7017E1842F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506739" y="2603777"/>
            <a:ext cx="4120055" cy="4308449"/>
            <a:chOff x="5656746" y="820557"/>
            <a:chExt cx="4120055" cy="4308449"/>
          </a:xfrm>
        </p:grpSpPr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9C9E38E0-92AE-5063-B259-A22230AA6A2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53287" y="820557"/>
              <a:ext cx="3926972" cy="4308449"/>
            </a:xfrm>
            <a:prstGeom prst="rect">
              <a:avLst/>
            </a:prstGeom>
          </p:spPr>
        </p:pic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7260EEF0-1C13-AD9A-0967-0460B979EAD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656746" y="914755"/>
              <a:ext cx="4120055" cy="4120055"/>
            </a:xfrm>
            <a:prstGeom prst="rect">
              <a:avLst/>
            </a:prstGeom>
          </p:spPr>
        </p:pic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C3291BC4-F154-0A1C-BD50-D90F45B2E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4800" y="273843"/>
            <a:ext cx="11571890" cy="631031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00852" y="1825625"/>
            <a:ext cx="4678975" cy="4517302"/>
          </a:xfrm>
        </p:spPr>
        <p:txBody>
          <a:bodyPr>
            <a:normAutofit/>
          </a:bodyPr>
          <a:lstStyle>
            <a:lvl1pPr>
              <a:spcAft>
                <a:spcPts val="800"/>
              </a:spcAft>
              <a:defRPr sz="2000"/>
            </a:lvl1pPr>
            <a:lvl2pPr>
              <a:spcAft>
                <a:spcPts val="800"/>
              </a:spcAft>
              <a:defRPr sz="1800"/>
            </a:lvl2pPr>
            <a:lvl3pPr>
              <a:spcAft>
                <a:spcPts val="800"/>
              </a:spcAft>
              <a:defRPr sz="1600"/>
            </a:lvl3pPr>
            <a:lvl4pPr>
              <a:spcAft>
                <a:spcPts val="800"/>
              </a:spcAft>
              <a:defRPr sz="1400"/>
            </a:lvl4pPr>
            <a:lvl5pPr>
              <a:spcAft>
                <a:spcPts val="800"/>
              </a:spcAft>
              <a:defRPr sz="14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FE848A-1123-37B6-C43C-5DC49EE0A1D8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412173" y="1825625"/>
            <a:ext cx="4678975" cy="4517302"/>
          </a:xfrm>
        </p:spPr>
        <p:txBody>
          <a:bodyPr>
            <a:normAutofit/>
          </a:bodyPr>
          <a:lstStyle>
            <a:lvl1pPr>
              <a:spcAft>
                <a:spcPts val="800"/>
              </a:spcAft>
              <a:defRPr sz="2000"/>
            </a:lvl1pPr>
            <a:lvl2pPr>
              <a:spcAft>
                <a:spcPts val="800"/>
              </a:spcAft>
              <a:defRPr sz="1800"/>
            </a:lvl2pPr>
            <a:lvl3pPr>
              <a:spcAft>
                <a:spcPts val="800"/>
              </a:spcAft>
              <a:defRPr sz="1600"/>
            </a:lvl3pPr>
            <a:lvl4pPr>
              <a:spcAft>
                <a:spcPts val="800"/>
              </a:spcAft>
              <a:defRPr sz="1400"/>
            </a:lvl4pPr>
            <a:lvl5pPr>
              <a:spcAft>
                <a:spcPts val="800"/>
              </a:spcAft>
              <a:defRPr sz="14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0FB0C591-7E28-3722-4795-07BFB9ED09CF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28516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050290D7-ABD3-D880-F002-A497290AC0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3245" y="-3248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918140 w 12192000"/>
              <a:gd name="connsiteY1" fmla="*/ 0 h 6858000"/>
              <a:gd name="connsiteX2" fmla="*/ 918140 w 12192000"/>
              <a:gd name="connsiteY2" fmla="*/ 1010539 h 6858000"/>
              <a:gd name="connsiteX3" fmla="*/ 1195741 w 12192000"/>
              <a:gd name="connsiteY3" fmla="*/ 1288140 h 6858000"/>
              <a:gd name="connsiteX4" fmla="*/ 6043842 w 12192000"/>
              <a:gd name="connsiteY4" fmla="*/ 1288140 h 6858000"/>
              <a:gd name="connsiteX5" fmla="*/ 6321443 w 12192000"/>
              <a:gd name="connsiteY5" fmla="*/ 1010539 h 6858000"/>
              <a:gd name="connsiteX6" fmla="*/ 6321443 w 12192000"/>
              <a:gd name="connsiteY6" fmla="*/ 0 h 6858000"/>
              <a:gd name="connsiteX7" fmla="*/ 12192000 w 12192000"/>
              <a:gd name="connsiteY7" fmla="*/ 0 h 6858000"/>
              <a:gd name="connsiteX8" fmla="*/ 12192000 w 12192000"/>
              <a:gd name="connsiteY8" fmla="*/ 6858000 h 6858000"/>
              <a:gd name="connsiteX9" fmla="*/ 6283982 w 12192000"/>
              <a:gd name="connsiteY9" fmla="*/ 6858000 h 6858000"/>
              <a:gd name="connsiteX10" fmla="*/ 6283982 w 12192000"/>
              <a:gd name="connsiteY10" fmla="*/ 6429590 h 6858000"/>
              <a:gd name="connsiteX11" fmla="*/ 6058926 w 12192000"/>
              <a:gd name="connsiteY11" fmla="*/ 6204534 h 6858000"/>
              <a:gd name="connsiteX12" fmla="*/ 1105735 w 12192000"/>
              <a:gd name="connsiteY12" fmla="*/ 6204534 h 6858000"/>
              <a:gd name="connsiteX13" fmla="*/ 880679 w 12192000"/>
              <a:gd name="connsiteY13" fmla="*/ 6429590 h 6858000"/>
              <a:gd name="connsiteX14" fmla="*/ 880679 w 12192000"/>
              <a:gd name="connsiteY14" fmla="*/ 6858000 h 6858000"/>
              <a:gd name="connsiteX15" fmla="*/ 0 w 12192000"/>
              <a:gd name="connsiteY15" fmla="*/ 6858000 h 6858000"/>
              <a:gd name="connsiteX16" fmla="*/ 0 w 12192000"/>
              <a:gd name="connsiteY16" fmla="*/ 0 h 6858000"/>
              <a:gd name="connsiteX17" fmla="*/ 1138655 w 12192000"/>
              <a:gd name="connsiteY17" fmla="*/ 1746908 h 6858000"/>
              <a:gd name="connsiteX18" fmla="*/ 913599 w 12192000"/>
              <a:gd name="connsiteY18" fmla="*/ 1971964 h 6858000"/>
              <a:gd name="connsiteX19" fmla="*/ 913599 w 12192000"/>
              <a:gd name="connsiteY19" fmla="*/ 5520711 h 6858000"/>
              <a:gd name="connsiteX20" fmla="*/ 1138655 w 12192000"/>
              <a:gd name="connsiteY20" fmla="*/ 5745767 h 6858000"/>
              <a:gd name="connsiteX21" fmla="*/ 6091846 w 12192000"/>
              <a:gd name="connsiteY21" fmla="*/ 5745767 h 6858000"/>
              <a:gd name="connsiteX22" fmla="*/ 6316902 w 12192000"/>
              <a:gd name="connsiteY22" fmla="*/ 5520711 h 6858000"/>
              <a:gd name="connsiteX23" fmla="*/ 6316902 w 12192000"/>
              <a:gd name="connsiteY23" fmla="*/ 1971964 h 6858000"/>
              <a:gd name="connsiteX24" fmla="*/ 6091846 w 12192000"/>
              <a:gd name="connsiteY24" fmla="*/ 1746908 h 6858000"/>
              <a:gd name="connsiteX25" fmla="*/ 1138655 w 12192000"/>
              <a:gd name="connsiteY25" fmla="*/ 174690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918140" y="0"/>
                </a:lnTo>
                <a:lnTo>
                  <a:pt x="918140" y="1010539"/>
                </a:lnTo>
                <a:cubicBezTo>
                  <a:pt x="918140" y="1163854"/>
                  <a:pt x="1042426" y="1288140"/>
                  <a:pt x="1195741" y="1288140"/>
                </a:cubicBezTo>
                <a:lnTo>
                  <a:pt x="6043842" y="1288140"/>
                </a:lnTo>
                <a:cubicBezTo>
                  <a:pt x="6197157" y="1288140"/>
                  <a:pt x="6321443" y="1163854"/>
                  <a:pt x="6321443" y="1010539"/>
                </a:cubicBezTo>
                <a:lnTo>
                  <a:pt x="6321443" y="0"/>
                </a:lnTo>
                <a:lnTo>
                  <a:pt x="12192000" y="0"/>
                </a:lnTo>
                <a:lnTo>
                  <a:pt x="12192000" y="6858000"/>
                </a:lnTo>
                <a:lnTo>
                  <a:pt x="6283982" y="6858000"/>
                </a:lnTo>
                <a:lnTo>
                  <a:pt x="6283982" y="6429590"/>
                </a:lnTo>
                <a:cubicBezTo>
                  <a:pt x="6283982" y="6305295"/>
                  <a:pt x="6183221" y="6204534"/>
                  <a:pt x="6058926" y="6204534"/>
                </a:cubicBezTo>
                <a:lnTo>
                  <a:pt x="1105735" y="6204534"/>
                </a:lnTo>
                <a:cubicBezTo>
                  <a:pt x="981440" y="6204534"/>
                  <a:pt x="880679" y="6305295"/>
                  <a:pt x="880679" y="6429590"/>
                </a:cubicBezTo>
                <a:lnTo>
                  <a:pt x="880679" y="6858000"/>
                </a:lnTo>
                <a:lnTo>
                  <a:pt x="0" y="6858000"/>
                </a:lnTo>
                <a:lnTo>
                  <a:pt x="0" y="0"/>
                </a:lnTo>
                <a:close/>
                <a:moveTo>
                  <a:pt x="1138655" y="1746908"/>
                </a:moveTo>
                <a:cubicBezTo>
                  <a:pt x="1014360" y="1746908"/>
                  <a:pt x="913599" y="1847669"/>
                  <a:pt x="913599" y="1971964"/>
                </a:cubicBezTo>
                <a:lnTo>
                  <a:pt x="913599" y="5520711"/>
                </a:lnTo>
                <a:cubicBezTo>
                  <a:pt x="913599" y="5645006"/>
                  <a:pt x="1014360" y="5745767"/>
                  <a:pt x="1138655" y="5745767"/>
                </a:cubicBezTo>
                <a:lnTo>
                  <a:pt x="6091846" y="5745767"/>
                </a:lnTo>
                <a:cubicBezTo>
                  <a:pt x="6216141" y="5745767"/>
                  <a:pt x="6316902" y="5645006"/>
                  <a:pt x="6316902" y="5520711"/>
                </a:cubicBezTo>
                <a:lnTo>
                  <a:pt x="6316902" y="1971964"/>
                </a:lnTo>
                <a:cubicBezTo>
                  <a:pt x="6316902" y="1847669"/>
                  <a:pt x="6216141" y="1746908"/>
                  <a:pt x="6091846" y="1746908"/>
                </a:cubicBezTo>
                <a:lnTo>
                  <a:pt x="1138655" y="17469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5312039-7E28-974D-ED1C-90F1E53E9C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01493" y="0"/>
            <a:ext cx="109162" cy="6858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4C39822-D546-CAF5-43A0-84756C8C7B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761785" y="0"/>
            <a:ext cx="272051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FAD7832-54F8-F683-7C5A-71ABBBD6D1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1555" y="270595"/>
            <a:ext cx="11571890" cy="631031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020675" y="382344"/>
            <a:ext cx="4377767" cy="2719337"/>
          </a:xfrm>
        </p:spPr>
        <p:txBody>
          <a:bodyPr anchor="b">
            <a:normAutofit/>
          </a:bodyPr>
          <a:lstStyle>
            <a:lvl1pPr algn="l">
              <a:defRPr sz="4400" b="1" spc="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8ABFB379-CB29-0D42-1349-53B7325212E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11745" y="1751759"/>
            <a:ext cx="5394960" cy="3997325"/>
          </a:xfrm>
          <a:prstGeom prst="roundRect">
            <a:avLst>
              <a:gd name="adj" fmla="val 5229"/>
            </a:avLst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icon to add picture </a:t>
            </a:r>
          </a:p>
        </p:txBody>
      </p:sp>
      <p:sp>
        <p:nvSpPr>
          <p:cNvPr id="43" name="Content Placeholder 42">
            <a:extLst>
              <a:ext uri="{FF2B5EF4-FFF2-40B4-BE49-F238E27FC236}">
                <a16:creationId xmlns:a16="http://schemas.microsoft.com/office/drawing/2014/main" id="{6EE87FA3-5409-C076-826E-A5685EB21E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029992" y="3340800"/>
            <a:ext cx="4368450" cy="316633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/>
            </a:lvl1pPr>
            <a:lvl2pPr marL="571500"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/>
            </a:lvl2pPr>
            <a:lvl3pPr marL="971550"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/>
            </a:lvl3pPr>
            <a:lvl4pPr marL="1428750"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/>
            </a:lvl4pPr>
            <a:lvl5pPr marL="1885950"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027932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5ED18-7A07-47F1-8056-CD86B076AF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84CE42-5F4D-E722-7ABC-852575A3E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2FCB7E-A25D-2786-57F4-CAC8C0B7E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908020-3841-3809-A971-C013AF1CA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69475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76D726-924C-E5EB-B28C-E3B9B4462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79A287-35CA-B289-525D-D67FB24B3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EB2365-305E-AE99-1CD4-605540C71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51072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90000"/>
            <a:lumOff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825625"/>
            <a:ext cx="11430000" cy="41875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77A09-15C2-4E47-948E-AACAFCA47D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14525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22000" y="6145255"/>
            <a:ext cx="8451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1AFD02D-325A-F2A8-9A62-D6D0AF0693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14525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5" r:id="rId2"/>
    <p:sldLayoutId id="2147483666" r:id="rId3"/>
    <p:sldLayoutId id="2147483663" r:id="rId4"/>
    <p:sldLayoutId id="2147483667" r:id="rId5"/>
    <p:sldLayoutId id="2147483668" r:id="rId6"/>
    <p:sldLayoutId id="2147483669" r:id="rId7"/>
    <p:sldLayoutId id="2147483650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54" r:id="rId14"/>
    <p:sldLayoutId id="2147483655" r:id="rId1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ternetgovernance.org/2023/12/01/the-narrative-december-1-2023/humanusesmartphonewithonlinebankingdigitaltechnologymobilebanking/" TargetMode="Externa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roundup.org.za/article/r60bn-constitutional-court-case-against-banks/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ickr.com/photos/95051110@N07/28394541020" TargetMode="External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0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90000"/>
            <a:lumOff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F3D98-3C30-4CFC-8643-C81E829C8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25232" y="463974"/>
            <a:ext cx="4217424" cy="3709195"/>
          </a:xfrm>
        </p:spPr>
        <p:txBody>
          <a:bodyPr anchor="b">
            <a:normAutofit/>
          </a:bodyPr>
          <a:lstStyle/>
          <a:p>
            <a:r>
              <a:rPr lang="en-US" dirty="0">
                <a:cs typeface="Arial"/>
              </a:rPr>
              <a:t>Smart Bank Assistant</a:t>
            </a:r>
          </a:p>
        </p:txBody>
      </p:sp>
      <p:pic>
        <p:nvPicPr>
          <p:cNvPr id="5" name="Picture Placeholder 4" descr="A hand holding a phone&#10;&#10;AI-generated content may be incorrect.">
            <a:extLst>
              <a:ext uri="{FF2B5EF4-FFF2-40B4-BE49-F238E27FC236}">
                <a16:creationId xmlns:a16="http://schemas.microsoft.com/office/drawing/2014/main" id="{B478AFE4-6678-25C5-4DFC-9C82D5E3271A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13495" r="13495"/>
          <a:stretch/>
        </p:blipFill>
        <p:spPr>
          <a:prstGeom prst="roundRect">
            <a:avLst>
              <a:gd name="adj" fmla="val 5229"/>
            </a:avLst>
          </a:prstGeom>
        </p:spPr>
      </p:pic>
    </p:spTree>
    <p:extLst>
      <p:ext uri="{BB962C8B-B14F-4D97-AF65-F5344CB8AC3E}">
        <p14:creationId xmlns:p14="http://schemas.microsoft.com/office/powerpoint/2010/main" val="41866622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A4A7895-3FBB-9134-6284-4A5950F5B4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7140" y="576470"/>
            <a:ext cx="4831209" cy="1272208"/>
          </a:xfrm>
        </p:spPr>
        <p:txBody>
          <a:bodyPr>
            <a:normAutofit/>
          </a:bodyPr>
          <a:lstStyle/>
          <a:p>
            <a:r>
              <a:rPr lang="en-US" sz="5400" dirty="0"/>
              <a:t>Agenda</a:t>
            </a:r>
            <a:endParaRPr lang="en-US" sz="5400">
              <a:cs typeface="Arial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49F04B66-5C68-5FD6-773C-3016CF0ACCE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67139" y="3031435"/>
            <a:ext cx="4831209" cy="3478944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E1F36102-91E3-B5B6-05D2-563D2642C9A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0922000" y="6145255"/>
            <a:ext cx="845114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2" name="Picture 1" descr="A graph and numbers on a computer screen&#10;&#10;AI-generated content may be incorrect.">
            <a:extLst>
              <a:ext uri="{FF2B5EF4-FFF2-40B4-BE49-F238E27FC236}">
                <a16:creationId xmlns:a16="http://schemas.microsoft.com/office/drawing/2014/main" id="{6F7061AB-E37E-2942-8C06-1C91B4D5C3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3515" y="1711739"/>
            <a:ext cx="5653928" cy="4008783"/>
          </a:xfrm>
          <a:prstGeom prst="rect">
            <a:avLst/>
          </a:prstGeom>
        </p:spPr>
      </p:pic>
      <p:pic>
        <p:nvPicPr>
          <p:cNvPr id="7" name="Picture Placeholder 6" descr="People standing in front of an atm&#10;&#10;AI-generated content may be incorrect.">
            <a:extLst>
              <a:ext uri="{FF2B5EF4-FFF2-40B4-BE49-F238E27FC236}">
                <a16:creationId xmlns:a16="http://schemas.microsoft.com/office/drawing/2014/main" id="{E0EE5B23-4E76-F4D5-2277-474052C5E0F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5017" r="5017"/>
          <a:stretch/>
        </p:blipFill>
        <p:spPr>
          <a:xfrm>
            <a:off x="5801624" y="1717675"/>
            <a:ext cx="5637280" cy="4118803"/>
          </a:xfrm>
          <a:prstGeom prst="roundRect">
            <a:avLst>
              <a:gd name="adj" fmla="val 5229"/>
            </a:avLst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862CA8C-23EA-86C2-EDD3-BE7786767B44}"/>
              </a:ext>
            </a:extLst>
          </p:cNvPr>
          <p:cNvSpPr txBox="1"/>
          <p:nvPr/>
        </p:nvSpPr>
        <p:spPr>
          <a:xfrm>
            <a:off x="2241088" y="1846293"/>
            <a:ext cx="2699027" cy="437042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000" dirty="0">
                <a:solidFill>
                  <a:srgbClr val="FFFF00"/>
                </a:solidFill>
                <a:ea typeface="+mn-lt"/>
                <a:cs typeface="+mn-lt"/>
              </a:rPr>
              <a:t>Introduction</a:t>
            </a:r>
            <a:endParaRPr lang="en-US" sz="2000">
              <a:solidFill>
                <a:srgbClr val="FFFF00"/>
              </a:solidFill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2000" dirty="0">
                <a:solidFill>
                  <a:srgbClr val="FFFF00"/>
                </a:solidFill>
                <a:ea typeface="+mn-lt"/>
                <a:cs typeface="+mn-lt"/>
              </a:rPr>
              <a:t>Problem Statement</a:t>
            </a:r>
            <a:endParaRPr lang="en-US" sz="2000">
              <a:solidFill>
                <a:srgbClr val="FFFF00"/>
              </a:solidFill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2000" dirty="0">
                <a:solidFill>
                  <a:srgbClr val="FFFF00"/>
                </a:solidFill>
                <a:ea typeface="+mn-lt"/>
                <a:cs typeface="+mn-lt"/>
              </a:rPr>
              <a:t>Objectives of the Project</a:t>
            </a:r>
            <a:endParaRPr lang="en-US" sz="2000">
              <a:solidFill>
                <a:srgbClr val="FFFF00"/>
              </a:solidFill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2000" dirty="0">
                <a:solidFill>
                  <a:srgbClr val="FFFF00"/>
                </a:solidFill>
                <a:ea typeface="+mn-lt"/>
                <a:cs typeface="+mn-lt"/>
              </a:rPr>
              <a:t>Technology Used</a:t>
            </a:r>
            <a:endParaRPr lang="en-US" sz="2000">
              <a:solidFill>
                <a:srgbClr val="FFFF00"/>
              </a:solidFill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2000" dirty="0">
                <a:solidFill>
                  <a:srgbClr val="FFFF00"/>
                </a:solidFill>
                <a:ea typeface="+mn-lt"/>
                <a:cs typeface="+mn-lt"/>
              </a:rPr>
              <a:t>System Architecture</a:t>
            </a:r>
            <a:endParaRPr lang="en-US" sz="2000">
              <a:solidFill>
                <a:srgbClr val="FFFF00"/>
              </a:solidFill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2000" dirty="0">
                <a:solidFill>
                  <a:srgbClr val="FFFF00"/>
                </a:solidFill>
                <a:ea typeface="+mn-lt"/>
                <a:cs typeface="+mn-lt"/>
              </a:rPr>
              <a:t>Features of Smart Bank Assistant</a:t>
            </a:r>
            <a:endParaRPr lang="en-US" sz="2000">
              <a:solidFill>
                <a:srgbClr val="FFFF00"/>
              </a:solidFill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2000" dirty="0">
                <a:solidFill>
                  <a:srgbClr val="FFFF00"/>
                </a:solidFill>
                <a:ea typeface="+mn-lt"/>
                <a:cs typeface="+mn-lt"/>
              </a:rPr>
              <a:t>Project Modules</a:t>
            </a:r>
            <a:endParaRPr lang="en-US" sz="2000">
              <a:solidFill>
                <a:srgbClr val="FFFF00"/>
              </a:solidFill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2000" dirty="0">
                <a:solidFill>
                  <a:srgbClr val="FFFF00"/>
                </a:solidFill>
                <a:ea typeface="+mn-lt"/>
                <a:cs typeface="+mn-lt"/>
              </a:rPr>
              <a:t>Advantages</a:t>
            </a:r>
            <a:endParaRPr lang="en-US" sz="2000">
              <a:solidFill>
                <a:srgbClr val="FFFF00"/>
              </a:solidFill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2000" dirty="0">
                <a:solidFill>
                  <a:srgbClr val="FFFF00"/>
                </a:solidFill>
                <a:ea typeface="+mn-lt"/>
                <a:cs typeface="+mn-lt"/>
              </a:rPr>
              <a:t>Future Scope</a:t>
            </a:r>
            <a:endParaRPr lang="en-US" sz="2000">
              <a:solidFill>
                <a:srgbClr val="FFFF00"/>
              </a:solidFill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2000" dirty="0">
                <a:solidFill>
                  <a:srgbClr val="FFFF00"/>
                </a:solidFill>
                <a:ea typeface="+mn-lt"/>
                <a:cs typeface="+mn-lt"/>
              </a:rPr>
              <a:t>Conclusion</a:t>
            </a:r>
            <a:endParaRPr lang="en-US" sz="2000">
              <a:solidFill>
                <a:srgbClr val="FFFF00"/>
              </a:solidFill>
              <a:cs typeface="Arial"/>
            </a:endParaRPr>
          </a:p>
          <a:p>
            <a:pPr algn="l"/>
            <a:endParaRPr lang="en-US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034039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7AF5A1F-B233-C75A-B7DC-066E53119D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20675" y="480627"/>
            <a:ext cx="4505155" cy="1028148"/>
          </a:xfrm>
        </p:spPr>
        <p:txBody>
          <a:bodyPr/>
          <a:lstStyle/>
          <a:p>
            <a:r>
              <a:rPr lang="en-US" dirty="0">
                <a:cs typeface="Arial"/>
              </a:rPr>
              <a:t>Introduction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09B322C-92BF-3972-EB9C-80C69BC2D96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778357" y="2058505"/>
            <a:ext cx="4272815" cy="4459701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 sz="3200" dirty="0">
                <a:solidFill>
                  <a:srgbClr val="FFFF00"/>
                </a:solidFill>
                <a:cs typeface="Arial"/>
              </a:rPr>
              <a:t>•</a:t>
            </a:r>
            <a:r>
              <a:rPr lang="en-US" sz="3200" dirty="0">
                <a:solidFill>
                  <a:srgbClr val="FFFF00"/>
                </a:solidFill>
                <a:latin typeface="Calibri"/>
                <a:ea typeface="Calibri"/>
                <a:cs typeface="Calibri"/>
              </a:rPr>
              <a:t>Smart Bank Assistant is a conversational AI chatbot.</a:t>
            </a:r>
            <a:endParaRPr lang="en-US">
              <a:solidFill>
                <a:srgbClr val="FFFF00"/>
              </a:solidFill>
              <a:cs typeface="Arial"/>
            </a:endParaRPr>
          </a:p>
          <a:p>
            <a:r>
              <a:rPr lang="en-US" sz="3200" dirty="0">
                <a:solidFill>
                  <a:srgbClr val="FFFF00"/>
                </a:solidFill>
                <a:cs typeface="Arial"/>
              </a:rPr>
              <a:t>•</a:t>
            </a:r>
            <a:r>
              <a:rPr lang="en-US" sz="3200" dirty="0">
                <a:solidFill>
                  <a:srgbClr val="FFFF00"/>
                </a:solidFill>
                <a:latin typeface="Calibri"/>
                <a:ea typeface="Calibri"/>
                <a:cs typeface="Calibri"/>
              </a:rPr>
              <a:t>Built using IBM </a:t>
            </a:r>
            <a:r>
              <a:rPr lang="en-US" sz="3200" err="1">
                <a:solidFill>
                  <a:srgbClr val="FFFF00"/>
                </a:solidFill>
                <a:latin typeface="Calibri"/>
                <a:ea typeface="Calibri"/>
                <a:cs typeface="Calibri"/>
              </a:rPr>
              <a:t>watsonx</a:t>
            </a:r>
            <a:r>
              <a:rPr lang="en-US" sz="3200" dirty="0">
                <a:solidFill>
                  <a:srgbClr val="FFFF00"/>
                </a:solidFill>
                <a:latin typeface="Calibri"/>
                <a:ea typeface="Calibri"/>
                <a:cs typeface="Calibri"/>
              </a:rPr>
              <a:t> Assistant (Actions).</a:t>
            </a:r>
            <a:endParaRPr lang="en-US">
              <a:solidFill>
                <a:srgbClr val="FFFF00"/>
              </a:solidFill>
              <a:cs typeface="Arial"/>
            </a:endParaRPr>
          </a:p>
          <a:p>
            <a:r>
              <a:rPr lang="en-US" sz="3200" dirty="0">
                <a:solidFill>
                  <a:srgbClr val="FFFF00"/>
                </a:solidFill>
                <a:cs typeface="Arial"/>
              </a:rPr>
              <a:t>•</a:t>
            </a:r>
            <a:r>
              <a:rPr lang="en-US" sz="3200" dirty="0">
                <a:solidFill>
                  <a:srgbClr val="FFFF00"/>
                </a:solidFill>
                <a:latin typeface="Calibri"/>
                <a:ea typeface="Calibri"/>
                <a:cs typeface="Calibri"/>
              </a:rPr>
              <a:t>Automates common banking services.</a:t>
            </a:r>
            <a:endParaRPr lang="en-US">
              <a:solidFill>
                <a:srgbClr val="FFFF00"/>
              </a:solidFill>
              <a:cs typeface="Arial"/>
            </a:endParaRPr>
          </a:p>
          <a:p>
            <a:r>
              <a:rPr lang="en-US" sz="3200" dirty="0">
                <a:solidFill>
                  <a:srgbClr val="FFFF00"/>
                </a:solidFill>
                <a:cs typeface="Arial"/>
              </a:rPr>
              <a:t>•</a:t>
            </a:r>
            <a:r>
              <a:rPr lang="en-US" sz="3200" dirty="0">
                <a:solidFill>
                  <a:srgbClr val="FFFF00"/>
                </a:solidFill>
                <a:latin typeface="Calibri"/>
                <a:ea typeface="Calibri"/>
                <a:cs typeface="Calibri"/>
              </a:rPr>
              <a:t>Provides secure and structured customer interaction.</a:t>
            </a:r>
            <a:endParaRPr lang="en-US">
              <a:solidFill>
                <a:srgbClr val="FFFF00"/>
              </a:solidFill>
              <a:cs typeface="Arial"/>
            </a:endParaRPr>
          </a:p>
          <a:p>
            <a:endParaRPr lang="en-US" dirty="0">
              <a:solidFill>
                <a:srgbClr val="FFFF00"/>
              </a:solidFill>
              <a:cs typeface="Arial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D0F67C-5190-34BB-E17A-17334527211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0922000" y="6145255"/>
            <a:ext cx="845114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6" name="Picture Placeholder 5" descr="How to Open Your First UK Bank Account as a Newcomer - Filipinos in the ...">
            <a:extLst>
              <a:ext uri="{FF2B5EF4-FFF2-40B4-BE49-F238E27FC236}">
                <a16:creationId xmlns:a16="http://schemas.microsoft.com/office/drawing/2014/main" id="{FEFD3514-9D8C-6BBA-E0F3-46ECA16B6D9E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4831" r="4831"/>
          <a:stretch/>
        </p:blipFill>
        <p:spPr>
          <a:prstGeom prst="roundRect">
            <a:avLst>
              <a:gd name="adj" fmla="val 5229"/>
            </a:avLst>
          </a:prstGeom>
        </p:spPr>
      </p:pic>
    </p:spTree>
    <p:extLst>
      <p:ext uri="{BB962C8B-B14F-4D97-AF65-F5344CB8AC3E}">
        <p14:creationId xmlns:p14="http://schemas.microsoft.com/office/powerpoint/2010/main" val="33066240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AFF48-132C-6DAA-622E-E58AF3A8D4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87006" y="507244"/>
            <a:ext cx="9143999" cy="1201283"/>
          </a:xfrm>
        </p:spPr>
        <p:txBody>
          <a:bodyPr>
            <a:normAutofit/>
          </a:bodyPr>
          <a:lstStyle/>
          <a:p>
            <a:r>
              <a:rPr lang="en-US" sz="5400" b="0" dirty="0">
                <a:latin typeface="Calibri"/>
                <a:ea typeface="Calibri"/>
                <a:cs typeface="Calibri"/>
              </a:rPr>
              <a:t>Objectives</a:t>
            </a:r>
            <a:endParaRPr lang="en-US" sz="5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7C2841-47C6-02F9-83CF-508A0ADF02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52700" y="2327325"/>
            <a:ext cx="7086600" cy="3544956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sz="3200" dirty="0">
                <a:solidFill>
                  <a:srgbClr val="FFFF00"/>
                </a:solidFill>
                <a:cs typeface="Arial"/>
              </a:rPr>
              <a:t>•</a:t>
            </a:r>
            <a:r>
              <a:rPr lang="en-US" sz="3200" dirty="0">
                <a:solidFill>
                  <a:srgbClr val="FFFF00"/>
                </a:solidFill>
                <a:latin typeface="Calibri"/>
                <a:ea typeface="Calibri"/>
                <a:cs typeface="Calibri"/>
              </a:rPr>
              <a:t>Provide 24/7 automated banking support.</a:t>
            </a:r>
            <a:endParaRPr lang="en-US">
              <a:solidFill>
                <a:srgbClr val="FFFF00"/>
              </a:solidFill>
              <a:cs typeface="Arial"/>
            </a:endParaRPr>
          </a:p>
          <a:p>
            <a:pPr algn="l"/>
            <a:r>
              <a:rPr lang="en-US" sz="3200" dirty="0">
                <a:solidFill>
                  <a:srgbClr val="FFFF00"/>
                </a:solidFill>
                <a:cs typeface="Arial"/>
              </a:rPr>
              <a:t>•</a:t>
            </a:r>
            <a:r>
              <a:rPr lang="en-US" sz="3200" dirty="0">
                <a:solidFill>
                  <a:srgbClr val="FFFF00"/>
                </a:solidFill>
                <a:latin typeface="Calibri"/>
                <a:ea typeface="Calibri"/>
                <a:cs typeface="Calibri"/>
              </a:rPr>
              <a:t>Collect customer input securely.</a:t>
            </a:r>
            <a:endParaRPr lang="en-US">
              <a:solidFill>
                <a:srgbClr val="FFFF00"/>
              </a:solidFill>
              <a:cs typeface="Arial"/>
            </a:endParaRPr>
          </a:p>
          <a:p>
            <a:pPr algn="l"/>
            <a:r>
              <a:rPr lang="en-US" sz="3200" dirty="0">
                <a:solidFill>
                  <a:srgbClr val="FFFF00"/>
                </a:solidFill>
                <a:cs typeface="Arial"/>
              </a:rPr>
              <a:t>•</a:t>
            </a:r>
            <a:r>
              <a:rPr lang="en-US" sz="3200" dirty="0">
                <a:solidFill>
                  <a:srgbClr val="FFFF00"/>
                </a:solidFill>
                <a:latin typeface="Calibri"/>
                <a:ea typeface="Calibri"/>
                <a:cs typeface="Calibri"/>
              </a:rPr>
              <a:t>Execute banking actions through structured flow.</a:t>
            </a:r>
            <a:endParaRPr lang="en-US">
              <a:solidFill>
                <a:srgbClr val="FFFF00"/>
              </a:solidFill>
              <a:cs typeface="Arial"/>
            </a:endParaRPr>
          </a:p>
          <a:p>
            <a:pPr algn="l"/>
            <a:r>
              <a:rPr lang="en-US" sz="3200" dirty="0">
                <a:solidFill>
                  <a:srgbClr val="FFFF00"/>
                </a:solidFill>
                <a:cs typeface="Arial"/>
              </a:rPr>
              <a:t>•</a:t>
            </a:r>
            <a:r>
              <a:rPr lang="en-US" sz="3200" dirty="0">
                <a:solidFill>
                  <a:srgbClr val="FFFF00"/>
                </a:solidFill>
                <a:latin typeface="Calibri"/>
                <a:ea typeface="Calibri"/>
                <a:cs typeface="Calibri"/>
              </a:rPr>
              <a:t>Improve customer experience.</a:t>
            </a:r>
            <a:endParaRPr lang="en-US" dirty="0">
              <a:solidFill>
                <a:srgbClr val="FFFF00"/>
              </a:solidFill>
            </a:endParaRPr>
          </a:p>
          <a:p>
            <a:endParaRPr lang="en-US" dirty="0"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5C4D93-CBC8-E70B-5147-AEC324F70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22000" y="6145255"/>
            <a:ext cx="845114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94463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739A0-AB25-231D-F1BE-533B41CCCD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7523" y="750316"/>
            <a:ext cx="5469591" cy="2066052"/>
          </a:xfrm>
        </p:spPr>
        <p:txBody>
          <a:bodyPr>
            <a:normAutofit/>
          </a:bodyPr>
          <a:lstStyle/>
          <a:p>
            <a:r>
              <a:rPr lang="en-US" sz="4800" dirty="0">
                <a:cs typeface="Arial"/>
              </a:rPr>
              <a:t>Technology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64B449-06A6-DA15-9625-E5279E21ED2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297703" y="2884989"/>
            <a:ext cx="4768850" cy="362539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 dirty="0">
                <a:solidFill>
                  <a:srgbClr val="FFFF00"/>
                </a:solidFill>
                <a:cs typeface="Arial"/>
              </a:rPr>
              <a:t>•</a:t>
            </a:r>
            <a:r>
              <a:rPr lang="en-US" sz="3200" dirty="0">
                <a:solidFill>
                  <a:srgbClr val="FFFF00"/>
                </a:solidFill>
                <a:latin typeface="Calibri"/>
                <a:ea typeface="Calibri"/>
                <a:cs typeface="Calibri"/>
              </a:rPr>
              <a:t>IBM Cloud</a:t>
            </a:r>
            <a:endParaRPr lang="en-US" dirty="0">
              <a:solidFill>
                <a:srgbClr val="FFFF00"/>
              </a:solidFill>
              <a:cs typeface="Arial"/>
            </a:endParaRPr>
          </a:p>
          <a:p>
            <a:r>
              <a:rPr lang="en-US" sz="3200" dirty="0">
                <a:solidFill>
                  <a:srgbClr val="FFFF00"/>
                </a:solidFill>
                <a:cs typeface="Arial"/>
              </a:rPr>
              <a:t>•</a:t>
            </a:r>
            <a:r>
              <a:rPr lang="en-US" sz="3200" dirty="0" err="1">
                <a:solidFill>
                  <a:srgbClr val="FFFF00"/>
                </a:solidFill>
                <a:latin typeface="Calibri"/>
                <a:ea typeface="Calibri"/>
                <a:cs typeface="Calibri"/>
              </a:rPr>
              <a:t>watsonx</a:t>
            </a:r>
            <a:r>
              <a:rPr lang="en-US" sz="3200" dirty="0">
                <a:solidFill>
                  <a:srgbClr val="FFFF00"/>
                </a:solidFill>
                <a:latin typeface="Calibri"/>
                <a:ea typeface="Calibri"/>
                <a:cs typeface="Calibri"/>
              </a:rPr>
              <a:t> Assistant</a:t>
            </a:r>
            <a:endParaRPr lang="en-US">
              <a:solidFill>
                <a:srgbClr val="FFFF00"/>
              </a:solidFill>
              <a:cs typeface="Arial"/>
            </a:endParaRPr>
          </a:p>
          <a:p>
            <a:r>
              <a:rPr lang="en-US" sz="3200" dirty="0">
                <a:solidFill>
                  <a:srgbClr val="FFFF00"/>
                </a:solidFill>
                <a:cs typeface="Arial"/>
              </a:rPr>
              <a:t>•</a:t>
            </a:r>
            <a:r>
              <a:rPr lang="en-US" sz="3200" dirty="0">
                <a:solidFill>
                  <a:srgbClr val="FFFF00"/>
                </a:solidFill>
                <a:latin typeface="Calibri"/>
                <a:ea typeface="Calibri"/>
                <a:cs typeface="Calibri"/>
              </a:rPr>
              <a:t>Actions-based dialog design</a:t>
            </a:r>
            <a:endParaRPr lang="en-US">
              <a:solidFill>
                <a:srgbClr val="FFFF00"/>
              </a:solidFill>
              <a:cs typeface="Arial"/>
            </a:endParaRPr>
          </a:p>
          <a:p>
            <a:r>
              <a:rPr lang="en-US" sz="3200" dirty="0">
                <a:solidFill>
                  <a:srgbClr val="FFFF00"/>
                </a:solidFill>
                <a:cs typeface="Arial"/>
              </a:rPr>
              <a:t>•</a:t>
            </a:r>
            <a:r>
              <a:rPr lang="en-US" sz="3200" dirty="0">
                <a:solidFill>
                  <a:srgbClr val="FFFF00"/>
                </a:solidFill>
                <a:latin typeface="Calibri"/>
                <a:ea typeface="Calibri"/>
                <a:cs typeface="Calibri"/>
              </a:rPr>
              <a:t>Variable-based information collection</a:t>
            </a:r>
            <a:endParaRPr lang="en-US" dirty="0">
              <a:solidFill>
                <a:srgbClr val="FFFF00"/>
              </a:solidFill>
            </a:endParaRPr>
          </a:p>
          <a:p>
            <a:endParaRPr lang="en-US" dirty="0"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A62A93-B05D-F902-E82F-647AA5B8957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922000" y="6145255"/>
            <a:ext cx="845114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5" name="Picture 4" descr="Free Images : money transfer, Mobile banking, business, buy ...">
            <a:extLst>
              <a:ext uri="{FF2B5EF4-FFF2-40B4-BE49-F238E27FC236}">
                <a16:creationId xmlns:a16="http://schemas.microsoft.com/office/drawing/2014/main" id="{7D5644E2-CF49-8C65-B381-266396C868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7021" y="2008534"/>
            <a:ext cx="4142133" cy="3105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52958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1B617AD-09E2-07D1-0572-86BE7139B99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0922000" y="6145255"/>
            <a:ext cx="845114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68154CB-1F85-B94F-B020-D96A96A96C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0667" y="405113"/>
            <a:ext cx="4505155" cy="1623000"/>
          </a:xfrm>
        </p:spPr>
        <p:txBody>
          <a:bodyPr>
            <a:noAutofit/>
          </a:bodyPr>
          <a:lstStyle/>
          <a:p>
            <a:pPr algn="ctr"/>
            <a:r>
              <a:rPr lang="en-US" b="0" dirty="0">
                <a:latin typeface="Calibri"/>
                <a:ea typeface="Calibri"/>
                <a:cs typeface="Calibri"/>
              </a:rPr>
              <a:t>Features Implemented</a:t>
            </a:r>
            <a:endParaRPr lang="en-US">
              <a:cs typeface="Arial"/>
            </a:endParaRPr>
          </a:p>
        </p:txBody>
      </p:sp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9E8642DE-75FE-E3D1-31C7-C10B0D746C69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4982" r="4982"/>
          <a:stretch/>
        </p:blipFill>
        <p:spPr>
          <a:prstGeom prst="roundRect">
            <a:avLst>
              <a:gd name="adj" fmla="val 5229"/>
            </a:avLst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B85A03A-49F2-ACE7-C4CA-69F6B63F310E}"/>
              </a:ext>
            </a:extLst>
          </p:cNvPr>
          <p:cNvSpPr txBox="1"/>
          <p:nvPr/>
        </p:nvSpPr>
        <p:spPr>
          <a:xfrm>
            <a:off x="1907126" y="2691276"/>
            <a:ext cx="2687983" cy="415498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solidFill>
                  <a:srgbClr val="FFFF00"/>
                </a:solidFill>
                <a:cs typeface="Arial"/>
              </a:rPr>
              <a:t>•</a:t>
            </a:r>
            <a:r>
              <a:rPr lang="en-US" sz="2400" dirty="0">
                <a:solidFill>
                  <a:srgbClr val="FFFF00"/>
                </a:solidFill>
                <a:latin typeface="Calibri"/>
                <a:ea typeface="Calibri"/>
                <a:cs typeface="Calibri"/>
              </a:rPr>
              <a:t>Check Account Balance</a:t>
            </a:r>
            <a:endParaRPr lang="en-US" sz="2400" dirty="0">
              <a:solidFill>
                <a:srgbClr val="FFFF00"/>
              </a:solidFill>
              <a:cs typeface="Arial"/>
            </a:endParaRPr>
          </a:p>
          <a:p>
            <a:r>
              <a:rPr lang="en-US" sz="2400" dirty="0">
                <a:solidFill>
                  <a:srgbClr val="FFFF00"/>
                </a:solidFill>
                <a:cs typeface="Arial"/>
              </a:rPr>
              <a:t>•</a:t>
            </a:r>
            <a:r>
              <a:rPr lang="en-US" sz="2400" dirty="0">
                <a:solidFill>
                  <a:srgbClr val="FFFF00"/>
                </a:solidFill>
                <a:latin typeface="Calibri"/>
                <a:ea typeface="Calibri"/>
                <a:cs typeface="Calibri"/>
              </a:rPr>
              <a:t>Transfer Money</a:t>
            </a:r>
            <a:endParaRPr lang="en-US" sz="2400" dirty="0">
              <a:solidFill>
                <a:srgbClr val="FFFF00"/>
              </a:solidFill>
              <a:cs typeface="Arial"/>
            </a:endParaRPr>
          </a:p>
          <a:p>
            <a:r>
              <a:rPr lang="en-US" sz="2400" dirty="0">
                <a:solidFill>
                  <a:srgbClr val="FFFF00"/>
                </a:solidFill>
                <a:cs typeface="Arial"/>
              </a:rPr>
              <a:t>•</a:t>
            </a:r>
            <a:r>
              <a:rPr lang="en-US" sz="2400" dirty="0">
                <a:solidFill>
                  <a:srgbClr val="FFFF00"/>
                </a:solidFill>
                <a:latin typeface="Calibri"/>
                <a:ea typeface="Calibri"/>
                <a:cs typeface="Calibri"/>
              </a:rPr>
              <a:t>Mini Statement</a:t>
            </a:r>
            <a:endParaRPr lang="en-US" sz="2400" dirty="0">
              <a:solidFill>
                <a:srgbClr val="FFFF00"/>
              </a:solidFill>
              <a:cs typeface="Arial"/>
            </a:endParaRPr>
          </a:p>
          <a:p>
            <a:r>
              <a:rPr lang="en-US" sz="2400" dirty="0">
                <a:solidFill>
                  <a:srgbClr val="FFFF00"/>
                </a:solidFill>
                <a:cs typeface="Arial"/>
              </a:rPr>
              <a:t>•</a:t>
            </a:r>
            <a:r>
              <a:rPr lang="en-US" sz="2400" dirty="0">
                <a:solidFill>
                  <a:srgbClr val="FFFF00"/>
                </a:solidFill>
                <a:latin typeface="Calibri"/>
                <a:ea typeface="Calibri"/>
                <a:cs typeface="Calibri"/>
              </a:rPr>
              <a:t>Block Card</a:t>
            </a:r>
            <a:endParaRPr lang="en-US" sz="2400" dirty="0">
              <a:solidFill>
                <a:srgbClr val="FFFF00"/>
              </a:solidFill>
              <a:cs typeface="Arial"/>
            </a:endParaRPr>
          </a:p>
          <a:p>
            <a:r>
              <a:rPr lang="en-US" sz="2400" dirty="0">
                <a:solidFill>
                  <a:srgbClr val="FFFF00"/>
                </a:solidFill>
                <a:cs typeface="Arial"/>
              </a:rPr>
              <a:t>•</a:t>
            </a:r>
            <a:r>
              <a:rPr lang="en-US" sz="2400" dirty="0">
                <a:solidFill>
                  <a:srgbClr val="FFFF00"/>
                </a:solidFill>
                <a:latin typeface="Calibri"/>
                <a:ea typeface="Calibri"/>
                <a:cs typeface="Calibri"/>
              </a:rPr>
              <a:t>Update Mobile Number</a:t>
            </a:r>
            <a:endParaRPr lang="en-US" sz="2400" dirty="0">
              <a:solidFill>
                <a:srgbClr val="FFFF00"/>
              </a:solidFill>
              <a:cs typeface="Arial"/>
            </a:endParaRPr>
          </a:p>
          <a:p>
            <a:r>
              <a:rPr lang="en-US" sz="2400" dirty="0">
                <a:solidFill>
                  <a:srgbClr val="FFFF00"/>
                </a:solidFill>
                <a:cs typeface="Arial"/>
              </a:rPr>
              <a:t>•</a:t>
            </a:r>
            <a:r>
              <a:rPr lang="en-US" sz="2400" dirty="0">
                <a:solidFill>
                  <a:srgbClr val="FFFF00"/>
                </a:solidFill>
                <a:latin typeface="Calibri"/>
                <a:ea typeface="Calibri"/>
                <a:cs typeface="Calibri"/>
              </a:rPr>
              <a:t>Loan Information</a:t>
            </a:r>
            <a:endParaRPr lang="en-US" sz="2400" dirty="0">
              <a:solidFill>
                <a:srgbClr val="FFFF00"/>
              </a:solidFill>
              <a:cs typeface="Arial"/>
            </a:endParaRPr>
          </a:p>
          <a:p>
            <a:r>
              <a:rPr lang="en-US" sz="2400" dirty="0">
                <a:solidFill>
                  <a:srgbClr val="FFFF00"/>
                </a:solidFill>
                <a:cs typeface="Arial"/>
              </a:rPr>
              <a:t>•</a:t>
            </a:r>
            <a:r>
              <a:rPr lang="en-US" sz="2400" dirty="0">
                <a:solidFill>
                  <a:srgbClr val="FFFF00"/>
                </a:solidFill>
                <a:latin typeface="Calibri"/>
                <a:ea typeface="Calibri"/>
                <a:cs typeface="Calibri"/>
              </a:rPr>
              <a:t>Find Branch Location</a:t>
            </a:r>
            <a:endParaRPr lang="en-US" sz="2400" dirty="0">
              <a:solidFill>
                <a:srgbClr val="FFFF00"/>
              </a:solidFill>
              <a:cs typeface="Arial"/>
            </a:endParaRPr>
          </a:p>
          <a:p>
            <a:pPr algn="l"/>
            <a:endParaRPr lang="en-US" sz="2400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678214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BDA9D2C-79E5-25CF-E4A6-2AA9C1BE82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99930" y="347620"/>
            <a:ext cx="5174982" cy="1734291"/>
          </a:xfrm>
        </p:spPr>
        <p:txBody>
          <a:bodyPr/>
          <a:lstStyle/>
          <a:p>
            <a:r>
              <a:rPr lang="en-US" sz="4800" dirty="0">
                <a:latin typeface="Calibri"/>
                <a:ea typeface="Calibri"/>
                <a:cs typeface="Calibri"/>
              </a:rPr>
              <a:t>Action Structure (IBM Terminology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)</a:t>
            </a:r>
            <a:endParaRPr lang="en-US" dirty="0"/>
          </a:p>
        </p:txBody>
      </p:sp>
      <p:pic>
        <p:nvPicPr>
          <p:cNvPr id="6" name="Picture Placeholder 5" descr="A hand holding a black shirt on hangers">
            <a:extLst>
              <a:ext uri="{FF2B5EF4-FFF2-40B4-BE49-F238E27FC236}">
                <a16:creationId xmlns:a16="http://schemas.microsoft.com/office/drawing/2014/main" id="{5326D26B-3D67-152D-1D62-B066AE80932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" b="10"/>
          <a:stretch/>
        </p:blipFill>
        <p:spPr>
          <a:xfrm>
            <a:off x="900170" y="1751759"/>
            <a:ext cx="5394960" cy="3997325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E887FC-D1FD-80FF-11CA-504D9B1DB93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599930" y="2961187"/>
            <a:ext cx="5163939" cy="3346735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>
              <a:buNone/>
            </a:pPr>
            <a:r>
              <a:rPr lang="en-US" sz="3200">
                <a:solidFill>
                  <a:srgbClr val="FFFF00"/>
                </a:solidFill>
                <a:cs typeface="Arial"/>
              </a:rPr>
              <a:t>•</a:t>
            </a:r>
            <a:r>
              <a:rPr lang="en-US" sz="3200">
                <a:solidFill>
                  <a:srgbClr val="FFFF00"/>
                </a:solidFill>
                <a:latin typeface="Calibri"/>
                <a:ea typeface="Calibri"/>
                <a:cs typeface="Calibri"/>
              </a:rPr>
              <a:t>Action Name</a:t>
            </a:r>
            <a:endParaRPr lang="en-US">
              <a:solidFill>
                <a:srgbClr val="FFFF00"/>
              </a:solidFill>
              <a:cs typeface="Arial"/>
            </a:endParaRPr>
          </a:p>
          <a:p>
            <a:pPr>
              <a:buNone/>
            </a:pPr>
            <a:r>
              <a:rPr lang="en-US" sz="3200" dirty="0">
                <a:solidFill>
                  <a:srgbClr val="FFFF00"/>
                </a:solidFill>
                <a:cs typeface="Arial"/>
              </a:rPr>
              <a:t>•</a:t>
            </a:r>
            <a:r>
              <a:rPr lang="en-US" sz="3200" dirty="0">
                <a:solidFill>
                  <a:srgbClr val="FFFF00"/>
                </a:solidFill>
                <a:latin typeface="Calibri"/>
                <a:ea typeface="Calibri"/>
                <a:cs typeface="Calibri"/>
              </a:rPr>
              <a:t>Customer Starts With (Trigger phrases)</a:t>
            </a:r>
            <a:endParaRPr lang="en-US" dirty="0">
              <a:solidFill>
                <a:srgbClr val="FFFF00"/>
              </a:solidFill>
              <a:cs typeface="Arial"/>
            </a:endParaRPr>
          </a:p>
          <a:p>
            <a:pPr>
              <a:buNone/>
            </a:pPr>
            <a:r>
              <a:rPr lang="en-US" sz="3200" dirty="0">
                <a:solidFill>
                  <a:srgbClr val="FFFF00"/>
                </a:solidFill>
                <a:cs typeface="Arial"/>
              </a:rPr>
              <a:t>•</a:t>
            </a:r>
            <a:r>
              <a:rPr lang="en-US" sz="3200" dirty="0">
                <a:solidFill>
                  <a:srgbClr val="FFFF00"/>
                </a:solidFill>
                <a:latin typeface="Calibri"/>
                <a:ea typeface="Calibri"/>
                <a:cs typeface="Calibri"/>
              </a:rPr>
              <a:t>Assistant Response</a:t>
            </a:r>
            <a:endParaRPr lang="en-US" dirty="0">
              <a:solidFill>
                <a:srgbClr val="FFFF00"/>
              </a:solidFill>
              <a:cs typeface="Arial"/>
            </a:endParaRPr>
          </a:p>
          <a:p>
            <a:pPr>
              <a:buNone/>
            </a:pPr>
            <a:r>
              <a:rPr lang="en-US" sz="3200" dirty="0">
                <a:solidFill>
                  <a:srgbClr val="FFFF00"/>
                </a:solidFill>
                <a:cs typeface="Arial"/>
              </a:rPr>
              <a:t>•</a:t>
            </a:r>
            <a:r>
              <a:rPr lang="en-US" sz="3200" dirty="0">
                <a:solidFill>
                  <a:srgbClr val="FFFF00"/>
                </a:solidFill>
                <a:latin typeface="Calibri"/>
                <a:ea typeface="Calibri"/>
                <a:cs typeface="Calibri"/>
              </a:rPr>
              <a:t>Customer Response Type</a:t>
            </a:r>
            <a:endParaRPr lang="en-US" dirty="0">
              <a:solidFill>
                <a:srgbClr val="FFFF00"/>
              </a:solidFill>
              <a:cs typeface="Arial"/>
            </a:endParaRPr>
          </a:p>
          <a:p>
            <a:pPr>
              <a:buNone/>
            </a:pPr>
            <a:r>
              <a:rPr lang="en-US" sz="3200" dirty="0">
                <a:solidFill>
                  <a:srgbClr val="FFFF00"/>
                </a:solidFill>
                <a:cs typeface="Arial"/>
              </a:rPr>
              <a:t>•</a:t>
            </a:r>
            <a:r>
              <a:rPr lang="en-US" sz="3200" dirty="0">
                <a:solidFill>
                  <a:srgbClr val="FFFF00"/>
                </a:solidFill>
                <a:latin typeface="Calibri"/>
                <a:ea typeface="Calibri"/>
                <a:cs typeface="Calibri"/>
              </a:rPr>
              <a:t>Variables</a:t>
            </a:r>
            <a:endParaRPr lang="en-US" dirty="0">
              <a:solidFill>
                <a:srgbClr val="FFFF00"/>
              </a:solidFill>
              <a:cs typeface="Arial"/>
            </a:endParaRPr>
          </a:p>
          <a:p>
            <a:pPr>
              <a:buNone/>
            </a:pPr>
            <a:r>
              <a:rPr lang="en-US" sz="3200" dirty="0">
                <a:solidFill>
                  <a:srgbClr val="FFFF00"/>
                </a:solidFill>
                <a:cs typeface="Arial"/>
              </a:rPr>
              <a:t>•</a:t>
            </a:r>
            <a:r>
              <a:rPr lang="en-US" sz="3200" dirty="0">
                <a:solidFill>
                  <a:srgbClr val="FFFF00"/>
                </a:solidFill>
                <a:latin typeface="Calibri"/>
                <a:ea typeface="Calibri"/>
                <a:cs typeface="Calibri"/>
              </a:rPr>
              <a:t>Conditions &amp; Next Step</a:t>
            </a:r>
            <a:endParaRPr lang="en-US" dirty="0">
              <a:solidFill>
                <a:srgbClr val="FFFF00"/>
              </a:solidFill>
              <a:cs typeface="Arial"/>
            </a:endParaRPr>
          </a:p>
          <a:p>
            <a:pPr marL="0" indent="0">
              <a:buNone/>
            </a:pPr>
            <a:endParaRPr lang="en-US" dirty="0">
              <a:solidFill>
                <a:srgbClr val="FFFF00"/>
              </a:solidFill>
              <a:cs typeface="Arial"/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62F5D22-6C73-5967-E35C-917445CF1309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0922000" y="6145255"/>
            <a:ext cx="845114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9334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6E6599B-92EE-DA04-9056-C282E455D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385827" cy="1137824"/>
          </a:xfrm>
        </p:spPr>
        <p:txBody>
          <a:bodyPr>
            <a:normAutofit/>
          </a:bodyPr>
          <a:lstStyle/>
          <a:p>
            <a:r>
              <a:rPr lang="en-US" sz="4800" dirty="0">
                <a:latin typeface="Calibri"/>
                <a:ea typeface="Calibri"/>
                <a:cs typeface="Calibri"/>
              </a:rPr>
              <a:t>Check Account Balance - Flow</a:t>
            </a:r>
            <a:endParaRPr lang="en-US" sz="4800" dirty="0"/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3A86C3E2-CA60-3600-65BC-8CFC5F70714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68135971"/>
              </p:ext>
            </p:extLst>
          </p:nvPr>
        </p:nvGraphicFramePr>
        <p:xfrm>
          <a:off x="2292833" y="1825625"/>
          <a:ext cx="6997976" cy="43182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5232BDC-58BE-5669-7C02-6227C42B53A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922000" y="6145255"/>
            <a:ext cx="845114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96146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B865FC3-5E5A-2CB6-EF6D-0D318425C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</p:spPr>
        <p:txBody>
          <a:bodyPr>
            <a:normAutofit/>
          </a:bodyPr>
          <a:lstStyle/>
          <a:p>
            <a:r>
              <a:rPr lang="en-US" sz="4800" dirty="0">
                <a:latin typeface="Calibri"/>
                <a:ea typeface="Calibri"/>
                <a:cs typeface="Calibri"/>
              </a:rPr>
              <a:t>Transfer Money - Flow</a:t>
            </a:r>
            <a:endParaRPr lang="en-US" sz="48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1C76580-2AD8-C4C1-30CB-9530F6DE727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922000" y="6145255"/>
            <a:ext cx="845114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9</a:t>
            </a:fld>
            <a:endParaRPr lang="en-US" dirty="0"/>
          </a:p>
        </p:txBody>
      </p:sp>
      <p:graphicFrame>
        <p:nvGraphicFramePr>
          <p:cNvPr id="239" name="Diagram 238">
            <a:extLst>
              <a:ext uri="{FF2B5EF4-FFF2-40B4-BE49-F238E27FC236}">
                <a16:creationId xmlns:a16="http://schemas.microsoft.com/office/drawing/2014/main" id="{AF29323F-D47C-DA9D-2272-F16D8ADE2BF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44114530"/>
              </p:ext>
            </p:extLst>
          </p:nvPr>
        </p:nvGraphicFramePr>
        <p:xfrm>
          <a:off x="2716695" y="1721678"/>
          <a:ext cx="7421216" cy="41876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821568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188D247-2C7D-1DC0-87DE-679FF2F4B8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</p:spPr>
        <p:txBody>
          <a:bodyPr>
            <a:normAutofit/>
          </a:bodyPr>
          <a:lstStyle/>
          <a:p>
            <a:r>
              <a:rPr lang="en-US" sz="4800" dirty="0">
                <a:latin typeface="Calibri"/>
                <a:ea typeface="Calibri"/>
                <a:cs typeface="Calibri"/>
              </a:rPr>
              <a:t>System Architecture Diagram</a:t>
            </a:r>
            <a:endParaRPr lang="en-US" sz="4800">
              <a:cs typeface="Arial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651400D-A5B1-7DF5-73CA-6C020EFD7A8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922000" y="6145255"/>
            <a:ext cx="845114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10</a:t>
            </a:fld>
            <a:endParaRPr lang="en-US" dirty="0"/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74528880-19EA-108A-E56D-C655EE0D0639}"/>
              </a:ext>
            </a:extLst>
          </p:cNvPr>
          <p:cNvGraphicFramePr>
            <a:graphicFrameLocks noGrp="1"/>
          </p:cNvGraphicFramePr>
          <p:nvPr>
            <p:ph idx="10"/>
            <p:extLst>
              <p:ext uri="{D42A27DB-BD31-4B8C-83A1-F6EECF244321}">
                <p14:modId xmlns:p14="http://schemas.microsoft.com/office/powerpoint/2010/main" val="763303444"/>
              </p:ext>
            </p:extLst>
          </p:nvPr>
        </p:nvGraphicFramePr>
        <p:xfrm>
          <a:off x="3780597" y="1715122"/>
          <a:ext cx="5662681" cy="44378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274162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20C4B-77F9-C1BF-12BD-46B53DC36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>
                <a:cs typeface="Arial"/>
              </a:rPr>
              <a:t>Future Scope</a:t>
            </a:r>
            <a:endParaRPr lang="en-US" sz="48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8E0490-CD38-D688-2320-9E45FE5C287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0A8FC2-30F9-3220-533E-B59CB5E1B203}"/>
              </a:ext>
            </a:extLst>
          </p:cNvPr>
          <p:cNvSpPr txBox="1"/>
          <p:nvPr/>
        </p:nvSpPr>
        <p:spPr>
          <a:xfrm>
            <a:off x="4245098" y="2047433"/>
            <a:ext cx="3695700" cy="338554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800" dirty="0">
                <a:solidFill>
                  <a:srgbClr val="FFFF00"/>
                </a:solidFill>
                <a:ea typeface="+mn-lt"/>
                <a:cs typeface="+mn-lt"/>
              </a:rPr>
              <a:t>Voice assistant add kiya ja sakta hai</a:t>
            </a:r>
          </a:p>
          <a:p>
            <a:pPr marL="285750" indent="-285750">
              <a:buFont typeface="Arial"/>
              <a:buChar char="•"/>
            </a:pPr>
            <a:r>
              <a:rPr lang="en-US" sz="2800" dirty="0">
                <a:solidFill>
                  <a:srgbClr val="FFFF00"/>
                </a:solidFill>
                <a:ea typeface="+mn-lt"/>
                <a:cs typeface="+mn-lt"/>
              </a:rPr>
              <a:t>Mobile app integration</a:t>
            </a:r>
          </a:p>
          <a:p>
            <a:pPr marL="285750" indent="-285750">
              <a:buFont typeface="Arial"/>
              <a:buChar char="•"/>
            </a:pPr>
            <a:r>
              <a:rPr lang="en-US" sz="2800" dirty="0">
                <a:solidFill>
                  <a:srgbClr val="FFFF00"/>
                </a:solidFill>
                <a:ea typeface="+mn-lt"/>
                <a:cs typeface="+mn-lt"/>
              </a:rPr>
              <a:t>Secure login system</a:t>
            </a:r>
          </a:p>
          <a:p>
            <a:pPr marL="285750" indent="-285750">
              <a:buFont typeface="Arial"/>
              <a:buChar char="•"/>
            </a:pPr>
            <a:r>
              <a:rPr lang="en-US" sz="2800" dirty="0">
                <a:solidFill>
                  <a:srgbClr val="FFFF00"/>
                </a:solidFill>
                <a:ea typeface="+mn-lt"/>
                <a:cs typeface="+mn-lt"/>
              </a:rPr>
              <a:t>Real-time banking transactions</a:t>
            </a:r>
          </a:p>
          <a:p>
            <a:pPr algn="l"/>
            <a:endParaRPr lang="en-US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111346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60898-C2E5-0271-A0AB-318A879F9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Arial"/>
              </a:rPr>
              <a:t>Advantages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1F9867-6E48-9028-CAC8-3BC81B98EB60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772043" y="1936985"/>
            <a:ext cx="4657021" cy="40513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800" b="0" dirty="0">
                <a:solidFill>
                  <a:srgbClr val="FFFF00"/>
                </a:solidFill>
                <a:ea typeface="+mn-lt"/>
                <a:cs typeface="+mn-lt"/>
              </a:rPr>
              <a:t>Time saving</a:t>
            </a:r>
            <a:endParaRPr lang="en-US" sz="2800">
              <a:solidFill>
                <a:srgbClr val="FFFF00"/>
              </a:solidFill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2800" b="0" dirty="0">
                <a:solidFill>
                  <a:srgbClr val="FFFF00"/>
                </a:solidFill>
                <a:ea typeface="+mn-lt"/>
                <a:cs typeface="+mn-lt"/>
              </a:rPr>
              <a:t>24/7 availability</a:t>
            </a:r>
            <a:endParaRPr lang="en-US" sz="2800">
              <a:solidFill>
                <a:srgbClr val="FFFF00"/>
              </a:solidFill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2800" b="0" dirty="0">
                <a:solidFill>
                  <a:srgbClr val="FFFF00"/>
                </a:solidFill>
                <a:ea typeface="+mn-lt"/>
                <a:cs typeface="+mn-lt"/>
              </a:rPr>
              <a:t>Customer satisfaction improve </a:t>
            </a:r>
            <a:r>
              <a:rPr lang="en-US" sz="2800" b="0" err="1">
                <a:solidFill>
                  <a:srgbClr val="FFFF00"/>
                </a:solidFill>
                <a:ea typeface="+mn-lt"/>
                <a:cs typeface="+mn-lt"/>
              </a:rPr>
              <a:t>hota</a:t>
            </a:r>
            <a:r>
              <a:rPr lang="en-US" sz="2800" b="0" dirty="0">
                <a:solidFill>
                  <a:srgbClr val="FFFF00"/>
                </a:solidFill>
                <a:ea typeface="+mn-lt"/>
                <a:cs typeface="+mn-lt"/>
              </a:rPr>
              <a:t> </a:t>
            </a:r>
            <a:r>
              <a:rPr lang="en-US" sz="2800" b="0" err="1">
                <a:solidFill>
                  <a:srgbClr val="FFFF00"/>
                </a:solidFill>
                <a:ea typeface="+mn-lt"/>
                <a:cs typeface="+mn-lt"/>
              </a:rPr>
              <a:t>hai</a:t>
            </a:r>
            <a:endParaRPr lang="en-US" sz="2800">
              <a:solidFill>
                <a:srgbClr val="FFFF00"/>
              </a:solidFill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2800" b="0" dirty="0">
                <a:solidFill>
                  <a:srgbClr val="FFFF00"/>
                </a:solidFill>
                <a:ea typeface="+mn-lt"/>
                <a:cs typeface="+mn-lt"/>
              </a:rPr>
              <a:t>Bank staff ka workload </a:t>
            </a:r>
            <a:r>
              <a:rPr lang="en-US" sz="2800" b="0" err="1">
                <a:solidFill>
                  <a:srgbClr val="FFFF00"/>
                </a:solidFill>
                <a:ea typeface="+mn-lt"/>
                <a:cs typeface="+mn-lt"/>
              </a:rPr>
              <a:t>kam</a:t>
            </a:r>
            <a:r>
              <a:rPr lang="en-US" sz="2800" b="0" dirty="0">
                <a:solidFill>
                  <a:srgbClr val="FFFF00"/>
                </a:solidFill>
                <a:ea typeface="+mn-lt"/>
                <a:cs typeface="+mn-lt"/>
              </a:rPr>
              <a:t> </a:t>
            </a:r>
            <a:r>
              <a:rPr lang="en-US" sz="2800" b="0" err="1">
                <a:solidFill>
                  <a:srgbClr val="FFFF00"/>
                </a:solidFill>
                <a:ea typeface="+mn-lt"/>
                <a:cs typeface="+mn-lt"/>
              </a:rPr>
              <a:t>hota</a:t>
            </a:r>
            <a:r>
              <a:rPr lang="en-US" sz="2800" b="0" dirty="0">
                <a:solidFill>
                  <a:srgbClr val="FFFF00"/>
                </a:solidFill>
                <a:ea typeface="+mn-lt"/>
                <a:cs typeface="+mn-lt"/>
              </a:rPr>
              <a:t> </a:t>
            </a:r>
            <a:r>
              <a:rPr lang="en-US" sz="2800" b="0" err="1">
                <a:solidFill>
                  <a:srgbClr val="FFFF00"/>
                </a:solidFill>
                <a:ea typeface="+mn-lt"/>
                <a:cs typeface="+mn-lt"/>
              </a:rPr>
              <a:t>hai</a:t>
            </a:r>
            <a:endParaRPr lang="en-US" sz="2800" err="1">
              <a:solidFill>
                <a:srgbClr val="FFFF00"/>
              </a:solidFill>
            </a:endParaRPr>
          </a:p>
          <a:p>
            <a:endParaRPr lang="en-US" dirty="0">
              <a:cs typeface="Arial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912450-36BC-B177-3964-B2972CF55C6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03846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17CA47EA-93C4-CC35-E2F6-46DAED665A30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705678" y="1715190"/>
            <a:ext cx="10515600" cy="4054475"/>
          </a:xfrm>
        </p:spPr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F33CDBE6-7B36-C3D4-2AA6-F40E26FDE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>
                <a:latin typeface="Calibri"/>
                <a:ea typeface="Calibri"/>
                <a:cs typeface="Calibri"/>
              </a:rPr>
              <a:t>Conclusion</a:t>
            </a:r>
            <a:endParaRPr lang="en-US" sz="4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C68C690-6EEE-2995-4661-F74A80ED80F3}"/>
              </a:ext>
            </a:extLst>
          </p:cNvPr>
          <p:cNvSpPr txBox="1"/>
          <p:nvPr/>
        </p:nvSpPr>
        <p:spPr>
          <a:xfrm>
            <a:off x="2915478" y="1938130"/>
            <a:ext cx="6096000" cy="430887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7345" indent="-347345" algn="l" rtl="0">
              <a:buFont typeface="Arial"/>
              <a:buChar char="•"/>
            </a:pPr>
            <a:r>
              <a:rPr lang="en-IN" sz="3200" kern="1200" dirty="0">
                <a:solidFill>
                  <a:srgbClr val="FFFF00"/>
                </a:solidFill>
                <a:latin typeface="Calibri"/>
                <a:ea typeface="+mn-ea"/>
                <a:cs typeface="+mn-cs"/>
              </a:rPr>
              <a:t>Smart Bank Assistant automates banking services.</a:t>
            </a:r>
            <a:endParaRPr lang="en-IN" sz="3200" kern="1200" dirty="0">
              <a:solidFill>
                <a:srgbClr val="FFFF00"/>
              </a:solidFill>
              <a:latin typeface="Calibri"/>
              <a:ea typeface="Calibri"/>
              <a:cs typeface="Calibri"/>
            </a:endParaRPr>
          </a:p>
          <a:p>
            <a:pPr marL="347345" indent="-347345" algn="l" rtl="0">
              <a:buFont typeface="Arial"/>
              <a:buChar char="•"/>
            </a:pPr>
            <a:r>
              <a:rPr lang="en-IN" sz="3200" kern="1200" dirty="0">
                <a:solidFill>
                  <a:srgbClr val="FFFF00"/>
                </a:solidFill>
                <a:latin typeface="Calibri"/>
                <a:ea typeface="+mn-ea"/>
                <a:cs typeface="+mn-cs"/>
              </a:rPr>
              <a:t>Built using structured IBM Actions framework.</a:t>
            </a:r>
            <a:endParaRPr lang="en-IN" sz="3200" kern="1200" dirty="0">
              <a:solidFill>
                <a:srgbClr val="FFFF00"/>
              </a:solidFill>
              <a:latin typeface="Calibri"/>
              <a:ea typeface="Calibri"/>
              <a:cs typeface="Calibri"/>
            </a:endParaRPr>
          </a:p>
          <a:p>
            <a:pPr marL="347345" indent="-347345" algn="l" rtl="0">
              <a:buFont typeface="Arial"/>
              <a:buChar char="•"/>
            </a:pPr>
            <a:r>
              <a:rPr lang="en-IN" sz="3200" kern="1200" dirty="0">
                <a:solidFill>
                  <a:srgbClr val="FFFF00"/>
                </a:solidFill>
                <a:latin typeface="Calibri"/>
                <a:ea typeface="+mn-ea"/>
                <a:cs typeface="+mn-cs"/>
              </a:rPr>
              <a:t>Secure variable handling and privacy enabled.</a:t>
            </a:r>
            <a:endParaRPr lang="en-IN" sz="3200" kern="1200" dirty="0">
              <a:solidFill>
                <a:srgbClr val="FFFF00"/>
              </a:solidFill>
              <a:latin typeface="Calibri"/>
              <a:ea typeface="Calibri"/>
              <a:cs typeface="Calibri"/>
            </a:endParaRPr>
          </a:p>
          <a:p>
            <a:pPr marL="347345" indent="-347345" algn="l" rtl="0">
              <a:buFont typeface="Arial"/>
              <a:buChar char="•"/>
            </a:pPr>
            <a:r>
              <a:rPr lang="en-IN" sz="3200" kern="1200" dirty="0">
                <a:solidFill>
                  <a:srgbClr val="FFFF00"/>
                </a:solidFill>
                <a:latin typeface="Calibri"/>
                <a:ea typeface="+mn-ea"/>
                <a:cs typeface="+mn-cs"/>
              </a:rPr>
              <a:t>Scalable and integration-ready architecture.</a:t>
            </a:r>
            <a:endParaRPr lang="en-IN" sz="3200" kern="1200" dirty="0">
              <a:solidFill>
                <a:srgbClr val="FFFF00"/>
              </a:solidFill>
              <a:latin typeface="Calibri"/>
              <a:ea typeface="Calibri"/>
              <a:cs typeface="Calibri"/>
            </a:endParaRP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8152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9AAB1C8-4A29-D350-B7C4-3089C13BFB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20675" y="382344"/>
            <a:ext cx="4377767" cy="2719337"/>
          </a:xfrm>
        </p:spPr>
        <p:txBody>
          <a:bodyPr>
            <a:normAutofit/>
          </a:bodyPr>
          <a:lstStyle/>
          <a:p>
            <a:r>
              <a:rPr lang="en-US" sz="5400" dirty="0"/>
              <a:t>Thank you</a:t>
            </a:r>
          </a:p>
        </p:txBody>
      </p:sp>
      <p:pic>
        <p:nvPicPr>
          <p:cNvPr id="7" name="Picture Placeholder 6" descr="Beware of banks breaking bad, warns top B. of A. strategist. He casts a ...">
            <a:extLst>
              <a:ext uri="{FF2B5EF4-FFF2-40B4-BE49-F238E27FC236}">
                <a16:creationId xmlns:a16="http://schemas.microsoft.com/office/drawing/2014/main" id="{0CA0B498-9A70-5143-BEFF-0262A386ABA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5593" r="5593"/>
          <a:stretch/>
        </p:blipFill>
        <p:spPr>
          <a:prstGeom prst="roundRect">
            <a:avLst>
              <a:gd name="adj" fmla="val 5229"/>
            </a:avLst>
          </a:prstGeom>
        </p:spPr>
      </p:pic>
    </p:spTree>
    <p:extLst>
      <p:ext uri="{BB962C8B-B14F-4D97-AF65-F5344CB8AC3E}">
        <p14:creationId xmlns:p14="http://schemas.microsoft.com/office/powerpoint/2010/main" val="1768293850"/>
      </p:ext>
    </p:extLst>
  </p:cSld>
  <p:clrMapOvr>
    <a:masterClrMapping/>
  </p:clrMapOvr>
</p:sld>
</file>

<file path=ppt/theme/theme1.xml><?xml version="1.0" encoding="utf-8"?>
<a:theme xmlns:a="http://schemas.openxmlformats.org/drawingml/2006/main" name="Madison">
  <a:themeElements>
    <a:clrScheme name="TM45439525">
      <a:dk1>
        <a:srgbClr val="000000"/>
      </a:dk1>
      <a:lt1>
        <a:srgbClr val="FFFFFF"/>
      </a:lt1>
      <a:dk2>
        <a:srgbClr val="1F2C28"/>
      </a:dk2>
      <a:lt2>
        <a:srgbClr val="E7E6E6"/>
      </a:lt2>
      <a:accent1>
        <a:srgbClr val="A1D58B"/>
      </a:accent1>
      <a:accent2>
        <a:srgbClr val="5EC795"/>
      </a:accent2>
      <a:accent3>
        <a:srgbClr val="4DADCE"/>
      </a:accent3>
      <a:accent4>
        <a:srgbClr val="CCB756"/>
      </a:accent4>
      <a:accent5>
        <a:srgbClr val="E29B35"/>
      </a:accent5>
      <a:accent6>
        <a:srgbClr val="8DC0C0"/>
      </a:accent6>
      <a:hlink>
        <a:srgbClr val="0563C1"/>
      </a:hlink>
      <a:folHlink>
        <a:srgbClr val="954F72"/>
      </a:folHlink>
    </a:clrScheme>
    <a:fontScheme name="Custom 112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45439525_Win32_SL_V10" id="{6D1E132C-EE58-410C-AA79-6634C21077D3}" vid="{B34F418C-A6AD-4EA0-82A8-449DB69F489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C94F803-78B0-4743-862C-5C0CA5965124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82DFC609-3144-4451-A09C-1FEABE97DD6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BD5B0D0-2713-4A58-8851-7057612DF07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328</Words>
  <Application>Microsoft Office PowerPoint</Application>
  <PresentationFormat>Widescreen</PresentationFormat>
  <Paragraphs>110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Madison</vt:lpstr>
      <vt:lpstr>Smart Bank Assistant</vt:lpstr>
      <vt:lpstr>Agenda</vt:lpstr>
      <vt:lpstr>Introduction</vt:lpstr>
      <vt:lpstr>Objectives</vt:lpstr>
      <vt:lpstr>Technology Used</vt:lpstr>
      <vt:lpstr>Features Implemented</vt:lpstr>
      <vt:lpstr>Action Structure (IBM Terminology)</vt:lpstr>
      <vt:lpstr>Check Account Balance - Flow</vt:lpstr>
      <vt:lpstr>Transfer Money - Flow</vt:lpstr>
      <vt:lpstr>System Architecture Diagram</vt:lpstr>
      <vt:lpstr>Future Scope</vt:lpstr>
      <vt:lpstr>Advantages</vt:lpstr>
      <vt:lpstr>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234</cp:revision>
  <dcterms:created xsi:type="dcterms:W3CDTF">2026-03-08T16:43:41Z</dcterms:created>
  <dcterms:modified xsi:type="dcterms:W3CDTF">2026-03-08T17:42:29Z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